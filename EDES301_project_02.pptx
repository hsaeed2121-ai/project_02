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61" r:id="rId2"/>
    <p:sldId id="650" r:id="rId3"/>
    <p:sldId id="368" r:id="rId4"/>
    <p:sldId id="64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706" autoAdjust="0"/>
  </p:normalViewPr>
  <p:slideViewPr>
    <p:cSldViewPr>
      <p:cViewPr varScale="1">
        <p:scale>
          <a:sx n="104" d="100"/>
          <a:sy n="104" d="100"/>
        </p:scale>
        <p:origin x="216" y="8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3852" y="78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s://inmoov.fr/hand-i2/" TargetMode="Externa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https://inmoov.fr/hand-i2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D1745C-5407-4D17-8FB9-139C6E68BFD3}" type="doc">
      <dgm:prSet loTypeId="urn:microsoft.com/office/officeart/2005/8/layout/hList3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4B0C34-96A5-4D9D-9942-B6F13BE5F087}">
      <dgm:prSet phldrT="[Text]" phldr="0"/>
      <dgm:spPr/>
      <dgm:t>
        <a:bodyPr/>
        <a:lstStyle/>
        <a:p>
          <a:r>
            <a:rPr lang="en-US" dirty="0"/>
            <a:t>Mission: Develop a robotic hand desk ornament controlled by a </a:t>
          </a:r>
          <a:r>
            <a:rPr lang="en-US" dirty="0" err="1"/>
            <a:t>PocketBeagle</a:t>
          </a:r>
          <a:r>
            <a:rPr lang="en-US" dirty="0"/>
            <a:t> with 5 independently actuated fingers. </a:t>
          </a:r>
        </a:p>
      </dgm:t>
    </dgm:pt>
    <dgm:pt modelId="{6F697677-B4BA-41F0-BB1B-BA29070CE559}" type="parTrans" cxnId="{8AC578D1-82ED-42A1-AA87-486C42C8322B}">
      <dgm:prSet/>
      <dgm:spPr/>
      <dgm:t>
        <a:bodyPr/>
        <a:lstStyle/>
        <a:p>
          <a:endParaRPr lang="en-US"/>
        </a:p>
      </dgm:t>
    </dgm:pt>
    <dgm:pt modelId="{057EF54C-928B-4996-982D-B196F1DE4918}" type="sibTrans" cxnId="{8AC578D1-82ED-42A1-AA87-486C42C8322B}">
      <dgm:prSet/>
      <dgm:spPr/>
      <dgm:t>
        <a:bodyPr/>
        <a:lstStyle/>
        <a:p>
          <a:endParaRPr lang="en-US"/>
        </a:p>
      </dgm:t>
    </dgm:pt>
    <dgm:pt modelId="{5D709F59-AAE8-4470-B293-884D3528FF02}">
      <dgm:prSet phldrT="[Text]" phldr="0" custT="1"/>
      <dgm:spPr/>
      <dgm:t>
        <a:bodyPr anchor="t"/>
        <a:lstStyle/>
        <a:p>
          <a:endParaRPr lang="en-US" sz="2000" dirty="0"/>
        </a:p>
        <a:p>
          <a:r>
            <a:rPr lang="en-US" sz="2000" dirty="0"/>
            <a:t>Based on open-source </a:t>
          </a:r>
          <a:r>
            <a:rPr lang="en-US" sz="2000" dirty="0" err="1">
              <a:hlinkClick xmlns:r="http://schemas.openxmlformats.org/officeDocument/2006/relationships" r:id="rId1"/>
            </a:rPr>
            <a:t>InMoov</a:t>
          </a:r>
          <a:r>
            <a:rPr lang="en-US" sz="2000" dirty="0">
              <a:hlinkClick xmlns:r="http://schemas.openxmlformats.org/officeDocument/2006/relationships" r:id="rId1"/>
            </a:rPr>
            <a:t> platform</a:t>
          </a:r>
          <a:endParaRPr lang="en-US" sz="2000" dirty="0"/>
        </a:p>
        <a:p>
          <a:endParaRPr lang="en-US" sz="2000" dirty="0"/>
        </a:p>
        <a:p>
          <a:endParaRPr lang="en-US" sz="2000" dirty="0"/>
        </a:p>
        <a:p>
          <a:endParaRPr lang="en-US" sz="2000" dirty="0"/>
        </a:p>
        <a:p>
          <a:endParaRPr lang="en-US" sz="2000" dirty="0"/>
        </a:p>
        <a:p>
          <a:endParaRPr lang="en-US" sz="2000" dirty="0"/>
        </a:p>
        <a:p>
          <a:r>
            <a:rPr lang="en-US" sz="2000" dirty="0"/>
            <a:t>Utilizes servo motors, springs, and pulleys to actuate finger movement</a:t>
          </a:r>
        </a:p>
      </dgm:t>
    </dgm:pt>
    <dgm:pt modelId="{D27F7CFD-4279-4C3C-9D68-A7AB7AB0EDE2}" type="parTrans" cxnId="{5C4C043A-A54B-4CE0-BC82-92F233382E4E}">
      <dgm:prSet/>
      <dgm:spPr/>
      <dgm:t>
        <a:bodyPr/>
        <a:lstStyle/>
        <a:p>
          <a:endParaRPr lang="en-US"/>
        </a:p>
      </dgm:t>
    </dgm:pt>
    <dgm:pt modelId="{B97E4D8E-CA75-427D-BE87-90C12A3AD315}" type="sibTrans" cxnId="{5C4C043A-A54B-4CE0-BC82-92F233382E4E}">
      <dgm:prSet/>
      <dgm:spPr/>
      <dgm:t>
        <a:bodyPr/>
        <a:lstStyle/>
        <a:p>
          <a:endParaRPr lang="en-US"/>
        </a:p>
      </dgm:t>
    </dgm:pt>
    <dgm:pt modelId="{A248DA5F-75C6-4D8C-A8F8-1F67EE15D5DD}">
      <dgm:prSet phldrT="[Text]" phldr="0" custT="1"/>
      <dgm:spPr/>
      <dgm:t>
        <a:bodyPr anchor="t"/>
        <a:lstStyle/>
        <a:p>
          <a:endParaRPr lang="en-US" sz="2000" dirty="0"/>
        </a:p>
        <a:p>
          <a:r>
            <a:rPr lang="en-US" sz="2000" dirty="0"/>
            <a:t>Fingers adjustable via potentiometers</a:t>
          </a:r>
        </a:p>
        <a:p>
          <a:endParaRPr lang="en-US" sz="2000" dirty="0"/>
        </a:p>
        <a:p>
          <a:endParaRPr lang="en-US" sz="2000" dirty="0"/>
        </a:p>
        <a:p>
          <a:endParaRPr lang="en-US" sz="2000" dirty="0"/>
        </a:p>
        <a:p>
          <a:endParaRPr lang="en-US" sz="2000" dirty="0"/>
        </a:p>
        <a:p>
          <a:endParaRPr lang="en-US" sz="2000" dirty="0"/>
        </a:p>
        <a:p>
          <a:r>
            <a:rPr lang="en-US" sz="2000" dirty="0"/>
            <a:t>Base integrates </a:t>
          </a:r>
          <a:r>
            <a:rPr lang="en-US" sz="2000" dirty="0" err="1"/>
            <a:t>PocketBeagle</a:t>
          </a:r>
          <a:r>
            <a:rPr lang="en-US" sz="2000" dirty="0"/>
            <a:t>, Potentiometers, power supply</a:t>
          </a:r>
        </a:p>
      </dgm:t>
    </dgm:pt>
    <dgm:pt modelId="{44D4362D-B4EF-427B-B6B0-6091FCF099A6}" type="parTrans" cxnId="{203837DE-38EC-4CA1-AEBD-F2224ACF81AB}">
      <dgm:prSet/>
      <dgm:spPr/>
      <dgm:t>
        <a:bodyPr/>
        <a:lstStyle/>
        <a:p>
          <a:endParaRPr lang="en-US"/>
        </a:p>
      </dgm:t>
    </dgm:pt>
    <dgm:pt modelId="{6585CF72-C05A-4DDE-A3B8-0BEDD61BC87B}" type="sibTrans" cxnId="{203837DE-38EC-4CA1-AEBD-F2224ACF81AB}">
      <dgm:prSet/>
      <dgm:spPr/>
      <dgm:t>
        <a:bodyPr/>
        <a:lstStyle/>
        <a:p>
          <a:endParaRPr lang="en-US"/>
        </a:p>
      </dgm:t>
    </dgm:pt>
    <dgm:pt modelId="{0A31FE7A-AED4-4BD1-82F3-183B993F4C34}">
      <dgm:prSet phldrT="[Text]" phldr="0" custT="1"/>
      <dgm:spPr/>
      <dgm:t>
        <a:bodyPr anchor="t"/>
        <a:lstStyle/>
        <a:p>
          <a:endParaRPr lang="en-US" sz="2000" dirty="0"/>
        </a:p>
        <a:p>
          <a:r>
            <a:rPr lang="en-US" sz="2000" dirty="0"/>
            <a:t>Inspired by and will further my senior design project</a:t>
          </a:r>
        </a:p>
        <a:p>
          <a:endParaRPr lang="en-US" sz="2000" dirty="0"/>
        </a:p>
        <a:p>
          <a:endParaRPr lang="en-US" sz="2000" dirty="0"/>
        </a:p>
        <a:p>
          <a:endParaRPr lang="en-US" sz="2000" dirty="0"/>
        </a:p>
        <a:p>
          <a:endParaRPr lang="en-US" sz="2000" dirty="0"/>
        </a:p>
        <a:p>
          <a:endParaRPr lang="en-US" sz="2000" dirty="0"/>
        </a:p>
        <a:p>
          <a:r>
            <a:rPr lang="en-US" sz="2000" dirty="0"/>
            <a:t>Aiming to develop skills in translating programming instruction to mech. action.</a:t>
          </a:r>
        </a:p>
      </dgm:t>
    </dgm:pt>
    <dgm:pt modelId="{99E2CCFF-DF8A-49AF-A44E-6CADA40D0846}" type="parTrans" cxnId="{E24DD314-87B5-45E9-8F58-A03ADE14CB71}">
      <dgm:prSet/>
      <dgm:spPr/>
      <dgm:t>
        <a:bodyPr/>
        <a:lstStyle/>
        <a:p>
          <a:endParaRPr lang="en-US"/>
        </a:p>
      </dgm:t>
    </dgm:pt>
    <dgm:pt modelId="{E9245BA2-337F-4215-AD61-D7E1F23677D3}" type="sibTrans" cxnId="{E24DD314-87B5-45E9-8F58-A03ADE14CB71}">
      <dgm:prSet/>
      <dgm:spPr/>
      <dgm:t>
        <a:bodyPr/>
        <a:lstStyle/>
        <a:p>
          <a:endParaRPr lang="en-US"/>
        </a:p>
      </dgm:t>
    </dgm:pt>
    <dgm:pt modelId="{BBB64C4B-3FD2-4338-A286-95D9A8D3A722}" type="pres">
      <dgm:prSet presAssocID="{AFD1745C-5407-4D17-8FB9-139C6E68BFD3}" presName="composite" presStyleCnt="0">
        <dgm:presLayoutVars>
          <dgm:chMax val="1"/>
          <dgm:dir/>
          <dgm:resizeHandles val="exact"/>
        </dgm:presLayoutVars>
      </dgm:prSet>
      <dgm:spPr/>
    </dgm:pt>
    <dgm:pt modelId="{6B37F545-7D35-41D5-BC07-CAAEEBD24E10}" type="pres">
      <dgm:prSet presAssocID="{274B0C34-96A5-4D9D-9942-B6F13BE5F087}" presName="roof" presStyleLbl="dkBgShp" presStyleIdx="0" presStyleCnt="2"/>
      <dgm:spPr/>
    </dgm:pt>
    <dgm:pt modelId="{ABFEEDA8-63DE-4B8A-BF39-BC8FA3A0FCB1}" type="pres">
      <dgm:prSet presAssocID="{274B0C34-96A5-4D9D-9942-B6F13BE5F087}" presName="pillars" presStyleCnt="0"/>
      <dgm:spPr/>
    </dgm:pt>
    <dgm:pt modelId="{8BF9E39C-F2D5-46B5-9D82-8D991F507AF5}" type="pres">
      <dgm:prSet presAssocID="{274B0C34-96A5-4D9D-9942-B6F13BE5F087}" presName="pillar1" presStyleLbl="node1" presStyleIdx="0" presStyleCnt="3">
        <dgm:presLayoutVars>
          <dgm:bulletEnabled val="1"/>
        </dgm:presLayoutVars>
      </dgm:prSet>
      <dgm:spPr/>
    </dgm:pt>
    <dgm:pt modelId="{6260AB82-348B-4B61-AAB9-DAD2366ED228}" type="pres">
      <dgm:prSet presAssocID="{A248DA5F-75C6-4D8C-A8F8-1F67EE15D5DD}" presName="pillarX" presStyleLbl="node1" presStyleIdx="1" presStyleCnt="3">
        <dgm:presLayoutVars>
          <dgm:bulletEnabled val="1"/>
        </dgm:presLayoutVars>
      </dgm:prSet>
      <dgm:spPr/>
    </dgm:pt>
    <dgm:pt modelId="{734C58E7-64A1-4956-A7C6-7F0590DE4811}" type="pres">
      <dgm:prSet presAssocID="{0A31FE7A-AED4-4BD1-82F3-183B993F4C34}" presName="pillarX" presStyleLbl="node1" presStyleIdx="2" presStyleCnt="3">
        <dgm:presLayoutVars>
          <dgm:bulletEnabled val="1"/>
        </dgm:presLayoutVars>
      </dgm:prSet>
      <dgm:spPr/>
    </dgm:pt>
    <dgm:pt modelId="{529FAD29-4A73-4F18-B313-F04F3FE6E2E7}" type="pres">
      <dgm:prSet presAssocID="{274B0C34-96A5-4D9D-9942-B6F13BE5F087}" presName="base" presStyleLbl="dkBgShp" presStyleIdx="1" presStyleCnt="2"/>
      <dgm:spPr/>
    </dgm:pt>
  </dgm:ptLst>
  <dgm:cxnLst>
    <dgm:cxn modelId="{E24DD314-87B5-45E9-8F58-A03ADE14CB71}" srcId="{274B0C34-96A5-4D9D-9942-B6F13BE5F087}" destId="{0A31FE7A-AED4-4BD1-82F3-183B993F4C34}" srcOrd="2" destOrd="0" parTransId="{99E2CCFF-DF8A-49AF-A44E-6CADA40D0846}" sibTransId="{E9245BA2-337F-4215-AD61-D7E1F23677D3}"/>
    <dgm:cxn modelId="{14770016-7204-4378-BEA8-E91DFB436D3A}" type="presOf" srcId="{274B0C34-96A5-4D9D-9942-B6F13BE5F087}" destId="{6B37F545-7D35-41D5-BC07-CAAEEBD24E10}" srcOrd="0" destOrd="0" presId="urn:microsoft.com/office/officeart/2005/8/layout/hList3"/>
    <dgm:cxn modelId="{5C4C043A-A54B-4CE0-BC82-92F233382E4E}" srcId="{274B0C34-96A5-4D9D-9942-B6F13BE5F087}" destId="{5D709F59-AAE8-4470-B293-884D3528FF02}" srcOrd="0" destOrd="0" parTransId="{D27F7CFD-4279-4C3C-9D68-A7AB7AB0EDE2}" sibTransId="{B97E4D8E-CA75-427D-BE87-90C12A3AD315}"/>
    <dgm:cxn modelId="{1254AF5E-098C-490B-A88F-F4527B056881}" type="presOf" srcId="{A248DA5F-75C6-4D8C-A8F8-1F67EE15D5DD}" destId="{6260AB82-348B-4B61-AAB9-DAD2366ED228}" srcOrd="0" destOrd="0" presId="urn:microsoft.com/office/officeart/2005/8/layout/hList3"/>
    <dgm:cxn modelId="{1B209062-85E9-48CE-81EE-BFE229E5895F}" type="presOf" srcId="{AFD1745C-5407-4D17-8FB9-139C6E68BFD3}" destId="{BBB64C4B-3FD2-4338-A286-95D9A8D3A722}" srcOrd="0" destOrd="0" presId="urn:microsoft.com/office/officeart/2005/8/layout/hList3"/>
    <dgm:cxn modelId="{5701F093-57E3-405C-A588-41D1C1746C00}" type="presOf" srcId="{0A31FE7A-AED4-4BD1-82F3-183B993F4C34}" destId="{734C58E7-64A1-4956-A7C6-7F0590DE4811}" srcOrd="0" destOrd="0" presId="urn:microsoft.com/office/officeart/2005/8/layout/hList3"/>
    <dgm:cxn modelId="{8AC578D1-82ED-42A1-AA87-486C42C8322B}" srcId="{AFD1745C-5407-4D17-8FB9-139C6E68BFD3}" destId="{274B0C34-96A5-4D9D-9942-B6F13BE5F087}" srcOrd="0" destOrd="0" parTransId="{6F697677-B4BA-41F0-BB1B-BA29070CE559}" sibTransId="{057EF54C-928B-4996-982D-B196F1DE4918}"/>
    <dgm:cxn modelId="{203837DE-38EC-4CA1-AEBD-F2224ACF81AB}" srcId="{274B0C34-96A5-4D9D-9942-B6F13BE5F087}" destId="{A248DA5F-75C6-4D8C-A8F8-1F67EE15D5DD}" srcOrd="1" destOrd="0" parTransId="{44D4362D-B4EF-427B-B6B0-6091FCF099A6}" sibTransId="{6585CF72-C05A-4DDE-A3B8-0BEDD61BC87B}"/>
    <dgm:cxn modelId="{7E676BF0-CBAE-4926-9228-07F1304A7014}" type="presOf" srcId="{5D709F59-AAE8-4470-B293-884D3528FF02}" destId="{8BF9E39C-F2D5-46B5-9D82-8D991F507AF5}" srcOrd="0" destOrd="0" presId="urn:microsoft.com/office/officeart/2005/8/layout/hList3"/>
    <dgm:cxn modelId="{65EF9D95-5292-4AB2-9442-1C696B443082}" type="presParOf" srcId="{BBB64C4B-3FD2-4338-A286-95D9A8D3A722}" destId="{6B37F545-7D35-41D5-BC07-CAAEEBD24E10}" srcOrd="0" destOrd="0" presId="urn:microsoft.com/office/officeart/2005/8/layout/hList3"/>
    <dgm:cxn modelId="{9588E6AD-A5C6-4778-919E-4165F9AB0C1F}" type="presParOf" srcId="{BBB64C4B-3FD2-4338-A286-95D9A8D3A722}" destId="{ABFEEDA8-63DE-4B8A-BF39-BC8FA3A0FCB1}" srcOrd="1" destOrd="0" presId="urn:microsoft.com/office/officeart/2005/8/layout/hList3"/>
    <dgm:cxn modelId="{53E8862D-75FC-4277-B16D-11E92BC4731B}" type="presParOf" srcId="{ABFEEDA8-63DE-4B8A-BF39-BC8FA3A0FCB1}" destId="{8BF9E39C-F2D5-46B5-9D82-8D991F507AF5}" srcOrd="0" destOrd="0" presId="urn:microsoft.com/office/officeart/2005/8/layout/hList3"/>
    <dgm:cxn modelId="{FCEABF37-418A-4363-8ED0-220AEC41FEC8}" type="presParOf" srcId="{ABFEEDA8-63DE-4B8A-BF39-BC8FA3A0FCB1}" destId="{6260AB82-348B-4B61-AAB9-DAD2366ED228}" srcOrd="1" destOrd="0" presId="urn:microsoft.com/office/officeart/2005/8/layout/hList3"/>
    <dgm:cxn modelId="{6D550A56-CED7-45E7-9B39-0EEEA3706959}" type="presParOf" srcId="{ABFEEDA8-63DE-4B8A-BF39-BC8FA3A0FCB1}" destId="{734C58E7-64A1-4956-A7C6-7F0590DE4811}" srcOrd="2" destOrd="0" presId="urn:microsoft.com/office/officeart/2005/8/layout/hList3"/>
    <dgm:cxn modelId="{9C8E312A-3F75-422C-A8BD-5185DC850524}" type="presParOf" srcId="{BBB64C4B-3FD2-4338-A286-95D9A8D3A722}" destId="{529FAD29-4A73-4F18-B313-F04F3FE6E2E7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37F545-7D35-41D5-BC07-CAAEEBD24E10}">
      <dsp:nvSpPr>
        <dsp:cNvPr id="0" name=""/>
        <dsp:cNvSpPr/>
      </dsp:nvSpPr>
      <dsp:spPr>
        <a:xfrm>
          <a:off x="0" y="0"/>
          <a:ext cx="10972800" cy="194310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Mission: Develop a robotic hand desk ornament controlled by a </a:t>
          </a:r>
          <a:r>
            <a:rPr lang="en-US" sz="4100" kern="1200" dirty="0" err="1"/>
            <a:t>PocketBeagle</a:t>
          </a:r>
          <a:r>
            <a:rPr lang="en-US" sz="4100" kern="1200" dirty="0"/>
            <a:t> with 5 independently actuated fingers. </a:t>
          </a:r>
        </a:p>
      </dsp:txBody>
      <dsp:txXfrm>
        <a:off x="0" y="0"/>
        <a:ext cx="10972800" cy="1943100"/>
      </dsp:txXfrm>
    </dsp:sp>
    <dsp:sp modelId="{8BF9E39C-F2D5-46B5-9D82-8D991F507AF5}">
      <dsp:nvSpPr>
        <dsp:cNvPr id="0" name=""/>
        <dsp:cNvSpPr/>
      </dsp:nvSpPr>
      <dsp:spPr>
        <a:xfrm>
          <a:off x="5357" y="1943100"/>
          <a:ext cx="3654028" cy="408051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Based on open-source </a:t>
          </a:r>
          <a:r>
            <a:rPr lang="en-US" sz="2000" kern="1200" dirty="0" err="1">
              <a:hlinkClick xmlns:r="http://schemas.openxmlformats.org/officeDocument/2006/relationships" r:id="rId1"/>
            </a:rPr>
            <a:t>InMoov</a:t>
          </a:r>
          <a:r>
            <a:rPr lang="en-US" sz="2000" kern="1200" dirty="0">
              <a:hlinkClick xmlns:r="http://schemas.openxmlformats.org/officeDocument/2006/relationships" r:id="rId1"/>
            </a:rPr>
            <a:t> platform</a:t>
          </a: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Utilizes servo motors, springs, and pulleys to actuate finger movement</a:t>
          </a:r>
        </a:p>
      </dsp:txBody>
      <dsp:txXfrm>
        <a:off x="5357" y="1943100"/>
        <a:ext cx="3654028" cy="4080510"/>
      </dsp:txXfrm>
    </dsp:sp>
    <dsp:sp modelId="{6260AB82-348B-4B61-AAB9-DAD2366ED228}">
      <dsp:nvSpPr>
        <dsp:cNvPr id="0" name=""/>
        <dsp:cNvSpPr/>
      </dsp:nvSpPr>
      <dsp:spPr>
        <a:xfrm>
          <a:off x="3659385" y="1943100"/>
          <a:ext cx="3654028" cy="408051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Fingers adjustable via potentiometers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Base integrates </a:t>
          </a:r>
          <a:r>
            <a:rPr lang="en-US" sz="2000" kern="1200" dirty="0" err="1"/>
            <a:t>PocketBeagle</a:t>
          </a:r>
          <a:r>
            <a:rPr lang="en-US" sz="2000" kern="1200" dirty="0"/>
            <a:t>, Potentiometers, power supply</a:t>
          </a:r>
        </a:p>
      </dsp:txBody>
      <dsp:txXfrm>
        <a:off x="3659385" y="1943100"/>
        <a:ext cx="3654028" cy="4080510"/>
      </dsp:txXfrm>
    </dsp:sp>
    <dsp:sp modelId="{734C58E7-64A1-4956-A7C6-7F0590DE4811}">
      <dsp:nvSpPr>
        <dsp:cNvPr id="0" name=""/>
        <dsp:cNvSpPr/>
      </dsp:nvSpPr>
      <dsp:spPr>
        <a:xfrm>
          <a:off x="7313414" y="1943100"/>
          <a:ext cx="3654028" cy="408051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Inspired by and will further my senior design project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Aiming to develop skills in translating programming instruction to mech. action.</a:t>
          </a:r>
        </a:p>
      </dsp:txBody>
      <dsp:txXfrm>
        <a:off x="7313414" y="1943100"/>
        <a:ext cx="3654028" cy="4080510"/>
      </dsp:txXfrm>
    </dsp:sp>
    <dsp:sp modelId="{529FAD29-4A73-4F18-B313-F04F3FE6E2E7}">
      <dsp:nvSpPr>
        <dsp:cNvPr id="0" name=""/>
        <dsp:cNvSpPr/>
      </dsp:nvSpPr>
      <dsp:spPr>
        <a:xfrm>
          <a:off x="0" y="6023610"/>
          <a:ext cx="10972800" cy="45339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5:03.5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1095 64 24575,'-9'-1'0,"0"2"0,1-1 0,-1 1 0,0 1 0,1 0 0,-1 0 0,1 0 0,0 1 0,-10 5 0,9-5 0,0-1 0,-1 0 0,1-1 0,0 1 0,-1-2 0,1 0 0,0 0 0,-17-2 0,-9 0 0,-33 8 0,47-4 0,-34 2 0,-70-5 0,41-1 0,-39 11 0,108-8 0,1 0 0,-1 1 0,-24 7 0,25-5 0,-1-1 0,1 0 0,-28 0 0,-8-2 0,-41-2 0,86-1 0,0 0 0,-1 0 0,1 0 0,0-1 0,0 0 0,1 0 0,-1 0 0,-7-7 0,-7-4 0,19 14 0,-1 0 0,1 0 0,-1-1 0,1 1 0,0 0 0,-1 0 0,1 0 0,-1-1 0,1 1 0,0 0 0,-1 0 0,1-1 0,0 1 0,-1 0 0,1-1 0,0 1 0,-1 0 0,1-1 0,0 1 0,0-1 0,-1 1 0,1-1 0,0 1 0,0 0 0,0-1 0,0 1 0,0-1 0,0 1 0,-1-1 0,1 1 0,0-1 0,1 0 0,-1 1 0,1-1 0,0 0 0,0 1 0,0-1 0,0 1 0,0 0 0,-1-1 0,1 1 0,0 0 0,0-1 0,0 1 0,0 0 0,0 0 0,2 0 0,46-1 0,-42 1 0,2 0 0,1-1 0,-1 0 0,1-1 0,9-3 0,-10 3 0,0-1 0,1 2 0,16-2 0,-35 3 0,0 0 0,0 1 0,0-1 0,0 2 0,0 0 0,0 0 0,1 0 0,-13 6 0,21-8 0,-1 0 0,1 0 0,0 0 0,-1 0 0,1 1 0,0-1 0,-1 0 0,1 0 0,0 0 0,0 1 0,-1-1 0,1 0 0,0 0 0,0 1 0,-1-1 0,1 0 0,0 0 0,0 1 0,0-1 0,0 0 0,-1 1 0,1-1 0,0 0 0,0 1 0,0-1 0,0 0 0,0 1 0,0-1 0,0 0 0,0 1 0,0-1 0,0 0 0,0 1 0,11 5 0,16-1 0,337-6 0,-360 1 0,1 0 0,0 0 0,0-1 0,0 1 0,0-1 0,-1 0 0,1-1 0,0 1 0,4-3 0,-9 3 0,0 1 0,-1-1 0,1 1 0,0 0 0,-1-1 0,1 1 0,-1-1 0,1 1 0,-1 0 0,1-1 0,0 1 0,-1 0 0,1 0 0,-1-1 0,1 1 0,-1 0 0,0 0 0,1 0 0,-1 0 0,1 0 0,-1 0 0,1 0 0,-1 0 0,1 0 0,-1 0 0,1 0 0,-2 0 0,-17-2 0,-29 1 0,-118 3 0,159-2 0,1 1 0,-1 0 0,1 1 0,-1-1 0,1 1 0,0 1 0,-11 4 0,17-7 0,0 0 0,0 0 0,0 0 0,0 0 0,0 0 0,-1 0 0,1 0 0,0 0 0,0 0 0,0 1 0,0-1 0,0 0 0,0 0 0,0 0 0,0 0 0,0 0 0,0 0 0,-1 0 0,1 0 0,0 0 0,0 1 0,0-1 0,0 0 0,0 0 0,0 0 0,0 0 0,0 0 0,0 0 0,0 0 0,0 1 0,0-1 0,0 0 0,0 0 0,0 0 0,0 0 0,0 0 0,0 0 0,0 0 0,0 1 0,0-1 0,0 0 0,0 0 0,0 0 0,0 0 0,1 0 0,-1 0 0,0 0 0,0 0 0,0 0 0,0 1 0,0-1 0,0 0 0,0 0 0,0 0 0,0 0 0,0 0 0,1 0 0,10 3 0,12-1 0,-13-3 0,0-1 0,0 0 0,0 0 0,0-1 0,12-5 0,14-3 0,16-4 0,66-28 0,-117 43 0,-1 0 0,0 0 0,0 0 0,1 0 0,-1 0 0,0 0 0,0 0 0,1 0 0,-1 0 0,0 0 0,0 0 0,0 0 0,1 0 0,-1 0 0,0 0 0,0 0 0,1 0 0,-1-1 0,0 1 0,0 0 0,0 0 0,0 0 0,1 0 0,-1 0 0,0-1 0,0 1 0,0 0 0,0 0 0,0-1 0,1 1 0,-1 0 0,0 0 0,0 0 0,0-1 0,0 1 0,0 0 0,0 0 0,0-1 0,0 1 0,0 0 0,0 0 0,0-1 0,0 1 0,-13-4 0,-18 3 0,-33 0 0,-50 2 0,26 8 0,87-9 0,1 0 0,-1 0 0,1 0 0,-1 0 0,1 0 0,-1 0 0,1 0 0,-1 0 0,1 0 0,-1 0 0,1 0 0,-1 0 0,0 0 0,1 1 0,0-1 0,-1 0 0,1 0 0,-1 1 0,1-1 0,-1 0 0,1 0 0,-1 1 0,1-1 0,0 1 0,-1-1 0,1 0 0,0 1 0,-1-1 0,1 1 0,10 9 0,23 6 0,2-9 0,0-1 0,62 1 0,-90-7 0,226 0 0,-213-2 0,-1-2 0,1 0 0,23-9 0,-20 6 0,34-7 0,-44 10 0,-17 2 0,2 1 0,0 1 0,0 0 0,0 0 0,0 0 0,0 0 0,0 1 0,0-1 0,0 1 0,0-1 0,0 1 0,0 0 0,-2 0 0,-11 8 0,-1-2 0,-1 0 0,1 0 0,-1-2 0,-30 6 0,90-13 0,-35 3 0,0-1 0,1-1 0,-1 1 0,0-1 0,0 0 0,0-1 0,9-3 0,-8 2 0,-1 0 0,0 0 0,1 1 0,0 0 0,0 1 0,-1-1 0,19 1 0,-23 2 0,1-1 0,0 1 0,0 0 0,0 0 0,0 0 0,-1 1 0,1-1 0,0 1 0,-1 1 0,0-1 0,1 0 0,-1 1 0,0 0 0,0 0 0,6 6 0,-10-8 15,1-1 0,-1 0 0,1 1 0,-1-1-1,1 1 1,-1-1 0,1 1 0,-1-1 0,0 1 0,1-1-1,-1 1 1,0 0 0,1-1 0,-1 1 0,0 0 0,0-1 0,0 1-1,1 0 1,-1-1 0,0 1 0,0 0 0,0 1 0,-1-2-81,1 0 0,-1 0 1,0 0-1,1 0 0,-1 0 1,1 0-1,-1 0 0,0 0 1,1 0-1,-1 0 1,1 0-1,-1 0 0,1 0 1,-1 0-1,0 0 0,1-1 1,-1 1-1,1 0 0,-1 0 1,1-1-1,-1 1 1,1 0-1,-1-1 0,1 1 1,-1-1-1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5:09.5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24575,'5'77'0,"-1"-39"0,0-4 0,1 29 0,-5 396 0,9-380 0,-6-48 0,2 44 0,5 13 0,-10-68 0,2-1 0,4 21 0,-2-21 0,-2 1 0,1 21 0,6 29 0,-1 81 0,-8-133 0,0 30 0,2-32 0,-2-16 0,0 0 0,0 0 0,0 1 0,-1-1 0,1 0 0,0 0 0,0 0 0,0 0 0,0 0 0,0 0 0,0 0 0,0 0 0,0 1 0,0-1 0,0 0 0,1 0 0,-1 0 0,0 0 0,0 0 0,0 0 0,0 0 0,0 0 0,0 0 0,0 1 0,0-1 0,0 0 0,0 0 0,0 0 0,0 0 0,0 0 0,0 0 0,0 0 0,1 0 0,-1 0 0,0 0 0,0 0 0,0 0 0,0 0 0,0 0 0,0 0 0,0 0 0,0 1 0,1-1 0,-1 0 0,0 0 0,0 0 0,0 0 0,0 0 0,0 0 0,0-1 0,0 1 0,0 0 0,1 0 0,-1 0 0,0 0 0,0 0 0,0 0 0,0 0 0,0 0 0,0 0 0,0 0 0,0 0 0,0 0 0,1 0 0,5-7 0,1 0 0,0 0 0,1 1 0,0 0 0,0 1 0,11-6 0,57-24 0,-28 14 0,29-2 0,-50 11 0,-4 2 0,39-12 0,-47 18 0,0 0 0,-1-1 0,1 0 0,14-9 0,-4 1 0,87-52 0,-101 58 0,0-1 0,-1 0 0,0-1 0,11-12 0,-13 13 0,1 1 0,17-13 0,-19 16 0,0-1 0,0 0 0,-1-1 0,0 1 0,0-1 0,0 0 0,7-10 0,-8 9 0,0 0 0,1 0 0,8-8 0,-7 9 0,-49 27 0,-28 22 0,19-14 0,15-6 0,-51 29 0,-3 7 0,85-55 0,0-1 0,0 0 0,0 1 0,1 0 0,-6 6 0,-14 12 0,22-21 0,1 0 0,0 0 0,-1 0 0,1 0 0,0 0 0,0 0 0,-1 1 0,1-1 0,0 0 0,0 0 0,0 1 0,1-1 0,-1 1 0,0-1 0,1 1 0,-1-1 0,0 1 0,1 1 0,0-1 0,0-1 0,0 0 0,0 0 0,0 0 0,1 0 0,-1 0 0,0 0 0,1 0 0,-1 0 0,1 1 0,-1-2 0,1 1 0,-1 0 0,1 0 0,0 0 0,0 0 0,-1 0 0,1 0 0,2 1 0,1 0 0,-1 1 0,1-1 0,0 0 0,0 0 0,0 0 0,1-1 0,-1 0 0,0 1 0,1-1 0,-1-1 0,9 1 0,-3-1 0,1-1 0,-1 0 0,0-1 0,0 0 0,0-1 0,0 0 0,0 0 0,0-1 0,-1 0 0,0-1 0,0 0 0,16-12 0,5-5 0,-1-2 0,40-41 0,-63 57 0,0 1 0,0-1 0,-1 0 0,0 0 0,-1 0 0,0-1 0,0 0 0,-1 0 0,0 0 0,0 0 0,-1 0 0,-1 0 0,1-1 0,-1-9 0,-1 17 0,0 0 0,0 1 0,0-1 0,0 1 0,-1-1 0,1 0 0,0 1 0,-1-1 0,1 1 0,-1-1 0,0 1 0,1-1 0,-1 1 0,0 0 0,0-1 0,0 1 0,0 0 0,0 0 0,0-1 0,-1 1 0,1 0 0,-2-1 0,0 0 0,0 1 0,0 0 0,0 0 0,0 0 0,0 0 0,0 0 0,0 0 0,0 1 0,0-1 0,0 1 0,-4 0 0,2 0 0,0 0 0,0 1 0,0 0 0,0-1 0,0 1 0,0 1 0,1-1 0,-1 1 0,0 0 0,1 0 0,0 0 0,-1 1 0,1-1 0,0 1 0,-5 5 0,-30 33 0,29-33 0,1 1 0,1 1 0,-1-1 0,2 2 0,-1-1 0,-5 12 0,7-8 0,1 1 0,1 0 0,0-1 0,1 2 0,0-1 0,1 0 0,1 0 0,0 1 0,2-1 0,2 20 0,-1-18 0,1 0 0,0 0 0,8 20 0,-8-32 0,-1 0 0,1 0 0,0 0 0,1-1 0,-1 0 0,1 0 0,0 0 0,0 0 0,0 0 0,0-1 0,1 1 0,-1-1 0,1 0 0,0-1 0,0 1 0,0-1 0,0 0 0,1 0 0,-1-1 0,7 1 0,18 3 0,1-2 0,0-2 0,36-2 0,-61 0 0,-1-1 0,1 1 0,-1-1 0,0-1 0,0 1 0,0-1 0,0 0 0,0 0 0,4-4 0,23-12 0,-17 12 0,-1-1 0,0 0 0,0 0 0,-1-2 0,0 0 0,0 0 0,20-24 0,-7 12 0,-21 18 0,-1 1 0,0-1 0,0 0 0,0 0 0,5-7 0,9-14 0,-12 18 0,0 0 0,-1-1 0,0 1 0,-1-1 0,0 0 0,0-1 0,0 1 0,2-12 0,19-66 0,-20 59 0,-1-1 0,-2 1 0,0-1 0,-5-50 0,1 70 0,0-1 0,-1 0 0,0 1 0,0-1 0,-1 1 0,0 0 0,-6-8 0,9 14 0,-1-1 0,0 1 0,0 0 0,0 0 0,0 0 0,0 1 0,0-1 0,0 0 0,-1 1 0,1-1 0,-1 1 0,1 0 0,-1 0 0,0 0 0,1 0 0,-1 0 0,0 1 0,-4-1 0,-6-1 0,0 2 0,-23 0 0,18 1 0,12-1 0,1 0 0,-1 1 0,1 0 0,-1 1 0,1-1 0,0 1 0,0 0 0,0 0 0,0 1 0,0 0 0,0-1 0,-6 6 0,-5 6 0,0 0 0,-14 15 0,8-5 0,2-6 0,1 2 0,1 0 0,1 1 0,-25 39 0,38-51 0,0 0 0,1 0 0,0 1 0,0-1 0,1 1 0,-2 17 0,2 61 0,2-65 0,0-17 0,1 0 0,0-1 0,0 1 0,0 0 0,1-1 0,0 1 0,0-1 0,0 0 0,1 1 0,-1-1 0,5 5 0,0 0 0,1 1 0,1-1 0,17 16 0,-15-16 0,0-1 0,1-1 0,-1 0 0,2-1 0,-1 0 0,15 6 0,-16-11 0,0 0 0,0 0 0,0-1 0,0 0 0,1-1 0,20-3 0,7 2 0,-34 1 0,0 0 0,1-1 0,-1 1 0,0-1 0,0 0 0,0 0 0,0-1 0,0 0 0,0 1 0,0-2 0,0 1 0,-1 0 0,1-1 0,-1 0 0,0 0 0,5-4 0,-3 2 0,73-65 0,-71 61 0,0 0 0,0 0 0,-1-1 0,-1 0 0,1 0 0,7-19 0,0 0 0,-11 24 0,0-1 0,-1 1 0,1-1 0,-1 1 0,0-1 0,-1 0 0,1 0 0,-1 0 0,-1 0 0,1-6 0,0 10 0,-1 1 0,0-1 0,0 1 0,0-1 0,0 1 0,0-1 0,-1 1 0,1 0 0,0-1 0,-1 1 0,1-1 0,-1 1 0,1 0 0,-1-1 0,0 1 0,1 0 0,-1 0 0,0 0 0,0-1 0,0 1 0,0 0 0,0 0 0,-1-1 0,0 2 0,0 0 0,1-1 0,-1 1 0,0 0 0,1 0 0,-1 0 0,0 0 0,1 0 0,-1 1 0,1-1 0,-1 0 0,0 1 0,1-1 0,-1 1 0,1 0 0,-1 0 0,1-1 0,-1 1 0,1 0 0,-2 1 0,-2 2-170,-1-1-1,1 1 0,0 0 1,0 0-1,0 1 0,1-1 1,-7 10-1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4:57.9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115 299 24575,'2'0'0,"0"0"0,0-1 0,0 1 0,0-1 0,0 1 0,0-1 0,0 0 0,0 0 0,0 0 0,0 0 0,2-2 0,11-4 0,-32 42 0,-44 82 0,53-98 0,7-14 0,-1-1 0,0 0 0,0 1 0,0-1 0,0 0 0,-1 0 0,1 0 0,-5 4 0,27-42 0,-14 23 0,0 0 0,14-20 0,33-31 0,-43 45 0,-9 14 0,1 0 0,-1 0 0,1 0 0,0 0 0,0 0 0,5-4 0,61-65 0,-65 68 0,15-12 0,-12 16 0,-6 13 0,-2-9 0,0 1 0,0 0 0,-1-1 0,1 1 0,-1-1 0,0 0 0,0 0 0,-4 5 0,-32 29 0,16-15 0,20-18 0,-1-1 0,0 0 0,-1 1 0,1-1 0,0-1 0,-1 1 0,0-1 0,-10 5 0,16-11 0,0 0 0,0 0 0,0 0 0,0 0 0,0 0 0,1 0 0,-1 0 0,4-4 0,51-58 0,-49 54 0,-2 4 0,0 0 0,1 0 0,-1 0 0,11-8 0,-33 27 0,-28 14 0,-3 3 0,-51 26 0,89-49 0,15-11 0,18-15 0,-19 14 0,1 1 0,-1 0 0,1 0 0,9-6 0,9-10 0,26-21 0,-36 29 0,0 1 0,1 1 0,0 0 0,16-9 0,-10 7 0,23-21 0,13-9 0,-27 28 0,-25 13 0,-1 1 0,0 0 0,0-1 0,1 1 0,-1-1 0,0 0 0,-1 0 0,1-1 0,0 1 0,0 0 0,3-6 0,-5 8 0,-1 0 0,0 0 0,0 0 0,0-1 0,0 1 0,0 0 0,0 0 0,1 0 0,-1 0 0,0 0 0,0 0 0,0 0 0,0-1 0,0 1 0,0 0 0,0 0 0,0 0 0,0 0 0,0 0 0,0-1 0,0 1 0,0 0 0,1 0 0,-1 0 0,0 0 0,0-1 0,0 1 0,-1 0 0,1 0 0,0 0 0,0 0 0,0-1 0,0 1 0,0 0 0,0 0 0,0 0 0,0 0 0,0 0 0,0-1 0,0 1 0,0 0 0,0 0 0,-1 0 0,1 0 0,0 0 0,0 0 0,0-1 0,-10 4 0,-9 6 0,-57 35 0,38-21 0,28-18 0,1 0 0,0 0 0,0 1 0,1 1 0,0-1 0,0 1 0,-13 15 0,68-43 0,-3-16 0,-19 14 0,-12 12 0,-1 0 0,0-1 0,-1 0 0,12-16 0,-23 28 0,0 0 0,0-1 0,0 1 0,1 0 0,-1 0 0,0 0 0,0 0 0,0 0 0,0-1 0,0 1 0,0 0 0,1 0 0,-1 0 0,0-1 0,0 1 0,0 0 0,0 0 0,0 0 0,0-1 0,0 1 0,0 0 0,0 0 0,0 0 0,0-1 0,0 1 0,0 0 0,0 0 0,0 0 0,0-1 0,0 1 0,-1 0 0,1 0 0,0 0 0,0-1 0,0 1 0,0 0 0,0 0 0,-1 0 0,-8 0 0,-10 7 0,-112 80 0,90-53 0,32-25 0,0 0 0,-17 10 0,-23 15 0,27-19 0,-34 20 0,29-20 0,56-36 0,-10 9 0,-3 1 0,1 1 0,19-8 0,7-5 0,-9 5 0,-21 12 0,0-1 0,15-11 0,-7 4 0,-15 11 0,0-1 0,0-1 0,0 1 0,7-9 0,-26 28 0,-1 0 0,-25 20 0,-17 4 0,53-36-195,0-1 0,0 1 0,0-1 0,-1 0 0,1 0 0,-6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4:59.1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30 24575,'0'-2'0,"-1"0"0,-1-1 0,0-2 0,-1 0 0,0-1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5:19.17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1429 974 24575,'3'3'0,"5"-6"0,4-9 0,43-136 0,-15 37 0,-37 104 0,-3 6 0,0 1 0,0-1 0,1 1 0,-1-1 0,0 0 0,0 1 0,1-1 0,-1 0 0,0 1 0,0-1 0,0 0 0,0 1 0,0-1 0,0 0 0,0 0 0,0 1 0,0-1 0,-1 0 0,1 1 0,0-1 0,0 1 0,-1-1 0,1 0 0,0 1 0,-1-2 0,0 2 0,1 0 0,-1 0 0,0 0 0,1-1 0,-1 1 0,0 0 0,0 0 0,1 0 0,-1 0 0,0 0 0,1 0 0,-1 1 0,0-1 0,0 0 0,1 0 0,-1 0 0,0 1 0,0 0 0,-31 18 0,-9 16 0,2 1 0,2 3 0,-39 49 0,61-69 0,-63 80 0,68-84 0,0 1 0,1 0 0,1 0 0,-11 30 0,17-40 0,0 0 0,1 0 0,0-1 0,0 1 0,1 0 0,0 8 0,0-13 0,0 1 0,0-1 0,0 0 0,0 0 0,0 1 0,0-1 0,1 0 0,-1 0 0,0 0 0,1 1 0,-1-1 0,1 0 0,0 0 0,-1 0 0,1 0 0,0 0 0,0 0 0,-1 0 0,1 0 0,0 0 0,0 0 0,0-1 0,0 1 0,0 0 0,0-1 0,0 1 0,1 0 0,-1-1 0,0 1 0,0-1 0,0 0 0,0 1 0,1-1 0,1 0 0,4 0 0,-1 0 0,1 0 0,-1-1 0,1 0 0,-1 0 0,1 0 0,-1-1 0,0 0 0,0-1 0,0 1 0,0-1 0,8-5 0,8-6 0,0 0 0,-1-2 0,-1 0 0,23-25 0,-24 18 0,-15 18 0,0 0 0,1 1 0,-1-1 0,8-6 0,-7 6 0,1 0 0,-2 0 0,1-1 0,-1 0 0,0 0 0,5-8 0,5-9 0,-10 17 0,0-1 0,-1 0 0,1 0 0,-1-1 0,-1 1 0,1-1 0,-1 0 0,-1 1 0,1-1 0,-1 0 0,-1 0 0,1 0 0,-1 0 0,-1 0 0,-1-10 0,1 16 0,1 1 0,-1-1 0,0 1 0,1 0 0,-1 0 0,0-1 0,0 1 0,0 0 0,0 0 0,0 0 0,0 0 0,0 0 0,0 0 0,-1 0 0,1 0 0,0 1 0,-1-1 0,1 0 0,0 1 0,-1-1 0,1 1 0,-1-1 0,1 1 0,-1 0 0,1 0 0,-1 0 0,1 0 0,-1 0 0,1 0 0,-1 0 0,1 0 0,-1 0 0,1 1 0,0-1 0,-1 1 0,-1 0 0,-1 0 0,0 0 0,0 0 0,0 1 0,0 0 0,0 0 0,0 0 0,0 0 0,1 0 0,-1 1 0,1-1 0,-6 7 0,-11 18 0,-31 59 0,44-70 0,1 1 0,0 0 0,1 0 0,1 0 0,1 1 0,1-1 0,0 1 0,1 0 0,1-1 0,4 32 0,-4-47 0,0 1 0,1-1 0,0 1 0,0-1 0,0 1 0,0-1 0,0 1 0,0-1 0,1 0 0,-1 0 0,1 1 0,-1-1 0,1 0 0,0-1 0,0 1 0,0 0 0,0 0 0,0-1 0,0 1 0,0-1 0,1 0 0,-1 0 0,1 1 0,-1-2 0,1 1 0,3 1 0,-1-1 0,1 1 0,0-1 0,0-1 0,0 1 0,-1-1 0,1 0 0,0 0 0,0-1 0,0 1 0,11-4 0,-12 2 0,1-1 0,-1 0 0,0 0 0,0 0 0,0 0 0,-1-1 0,9-7 0,26-31 0,-26 24 0,-1 0 0,12-21 0,-2 1 0,-19 32 0,0 1 0,-1 0 0,0 0 0,0-1 0,-1 0 0,0 1 0,1-1 0,-1-7 0,1-49 0,-3 51 0,2-6 0,-1 6 0,0 1 0,-1-1 0,-2-15 0,2 22 0,0 1 0,0 0 0,0 0 0,-1-1 0,1 1 0,-1 0 0,0 1 0,1-1 0,-1 0 0,-1 0 0,1 1 0,0-1 0,0 1 0,-1 0 0,-3-3 0,-7-4 0,6 3 0,-1 0 0,0 1 0,0 0 0,-14-6 0,19 10 0,0 0 0,0 1 0,0-1 0,0 0 0,-1 1 0,1 0 0,0 0 0,0 0 0,0 0 0,-1 0 0,1 1 0,0-1 0,0 1 0,0 0 0,0 0 0,0 0 0,-6 3 0,-67 42 0,29-17 0,15-10 0,2 1 0,0 2 0,1 1 0,-46 46 0,-52 69 0,121-128 0,-1 0 0,1 1 0,1 0 0,0 0 0,0 0 0,1 1 0,-4 18 0,7-23 0,0-3 0,0 0 0,0 0 0,0 0 0,1 0 0,0 0 0,0 0 0,0 0 0,0 0 0,1 0 0,-1 0 0,2 4 0,-1-7 0,-1 0 0,1 0 0,-1 0 0,1 0 0,-1 0 0,1 0 0,0 0 0,0 0 0,-1 0 0,1 0 0,0 0 0,0 0 0,0-1 0,0 1 0,0 0 0,0-1 0,0 1 0,0-1 0,0 1 0,1-1 0,-1 1 0,0-1 0,0 0 0,0 0 0,0 0 0,1 1 0,-1-1 0,0 0 0,0 0 0,0-1 0,1 1 0,-1 0 0,0 0 0,0-1 0,0 1 0,0 0 0,1-1 0,-1 1 0,0-1 0,2-1 0,-1 1 0,1-1 0,0 1 0,-1-1 0,1 0 0,-1 0 0,0 0 0,1 0 0,-1 0 0,0-1 0,0 1 0,2-6 0,18-35 0,-8 15 0,-11 22 0,-1 0 0,0 0 0,0 0 0,0 0 0,-1 0 0,0-1 0,0-10 0,5-22 0,-2 20 0,-1-1 0,-1 0 0,-1 0 0,-1-1 0,-3-28 0,3 44 0,-1 0 0,0 0 0,0 0 0,-1-1 0,1 1 0,-1 0 0,0 1 0,-1-1 0,1 0 0,-1 1 0,0-1 0,0 1 0,0 0 0,-1 0 0,-4-4 0,6 6 0,0 0 0,0 0 0,-1 1 0,1-1 0,-1 1 0,1 0 0,-1-1 0,1 1 0,-1 0 0,1 1 0,-1-1 0,0 0 0,0 1 0,1 0 0,-1-1 0,0 1 0,0 0 0,1 0 0,-1 1 0,0-1 0,0 1 0,1-1 0,-1 1 0,0 0 0,1 0 0,-1 0 0,1 0 0,-1 0 0,1 1 0,-3 1 0,-2 2 0,0 1 0,0-1 0,0 1 0,1 0 0,0 0 0,-8 12 0,-4-1 0,15-14 0,1-1 0,-1 1 0,0-1 0,1 1 0,-1 0 0,-2 5 0,-18 19 0,19-24 0,1 0 0,0 0 0,0 1 0,0-1 0,0 1 0,0 0 0,-2 6 0,-28 51 0,23-46 0,2 0 0,-13 31 0,15-29 0,0-3 0,1 1 0,0 0 0,2 0 0,-1 0 0,2 0 0,-1 16 0,-5 27 0,32-98 0,-19 24 0,-1 0 0,0-1 0,-1 1 0,-1-1 0,0-20 0,0-67 0,-4-71 0,-7 135 0,8 37 0,0 1 0,0-1 0,0 0 0,0 1 0,-1-1 0,1 1 0,-1-1 0,1 1 0,-1 0 0,0-1 0,-4-2 0,5 4 0,0 1 0,-1 0 0,1 0 0,0 0 0,0 0 0,0 0 0,-1 0 0,1 0 0,0 0 0,0 0 0,0 0 0,-1 1 0,1-1 0,0 1 0,0-1 0,0 1 0,0-1 0,0 1 0,0-1 0,0 1 0,0 0 0,0 0 0,0-1 0,0 1 0,1 0 0,-1 0 0,-1 2 0,-22 27 0,13-16 0,1 1 0,1 0 0,0 1 0,2 0 0,-1 0 0,-7 30 0,13-39 0,-7 27 0,2-1 0,1 1 0,-2 61 0,10-65 0,-1-20 0,-1 0 0,0 0 0,0 0 0,-1 0 0,-2 14 0,3-24 0,0 0 0,-1 0 0,1 1 0,0-1 0,0 0 0,0 0 0,0 0 0,0 1 0,-1-1 0,1 0 0,0 0 0,0 0 0,0 0 0,-1 1 0,1-1 0,0 0 0,0 0 0,0 0 0,-1 0 0,1 0 0,0 0 0,0 0 0,-1 0 0,1 0 0,0 0 0,0 0 0,-1 0 0,1 0 0,0 0 0,0 0 0,-1 0 0,1 0 0,0 0 0,0 0 0,-1 0 0,1 0 0,0 0 0,0 0 0,0 0 0,-1-1 0,1 1 0,0 0 0,0 0 0,0 0 0,-1 0 0,1 0 0,0-1 0,0 1 0,0 0 0,0 0 0,-1-1 0,1 1 0,-15-16 0,7 7 0,-55-52 0,41 41 0,18 15 0,-1 1 0,1 0 0,-1 0 0,-6-4 0,-7-6 0,16 12 0,-1-1 0,0 1 0,1 0 0,-1-1 0,0 1 0,0 1 0,0-1 0,0 0 0,-1 1 0,1 0 0,0-1 0,-1 1 0,-3 0 0,6 1 0,0 1 0,0 0 0,0 0 0,0 0 0,0-1 0,0 1 0,0 0 0,1 0 0,-1 0 0,0 0 0,1 1 0,-1-1 0,0 0 0,1 0 0,-1 0 0,1 2 0,-9 21 0,3-1 0,1 0 0,1 0 0,-1 38 0,5-51 0,-2 3 0,1-13 0,0 0 0,0 1 0,0-1 0,0 0 0,0 0 0,0 0 0,0 0 0,1 0 0,-1 0 0,0 0 0,0 0 0,0 0 0,0 0 0,0 0 0,0-1 0,0 1 0,-1-1 0,-25-6 0,15 4 0,-1 0 0,-20-9 0,26 8 0,0-2 0,0 1 0,0-1 0,1 0 0,0 0 0,0-1 0,0 1 0,-6-11 0,-8-9 0,18 24 0,0 0 0,1 0 0,-1 0 0,0-1 0,1 1 0,0-1 0,-1 1 0,1-1 0,0 1 0,0-1 0,0 0 0,1 0 0,-1-4 0,1 2 0,0-1 0,1 1 0,0 0 0,0-1 0,3-8 0,-2 5 0,5-15 0,-2 0 0,-1-1 0,-1 0 0,-1-41 0,-1 0 0,-2-62 0,-2 109 0,-1 0 0,-11-36 0,9 37 0,0-1 0,-4-36 0,6 33 0,-1-1 0,-12-34 0,11 36 0,0 2 0,1 0 0,1 0 0,-2-21 0,2 14 0,-1 1 0,-9-29 0,7 30 0,2 7 0,-5-23 0,9 28 0,-3-21 0,1 0 0,4-56 0,-1 88 0,0-1 0,0 1 0,1 0 0,-1 0 0,1 0 0,-1 0 0,1 0 0,-1 1 0,1-1 0,0 0 0,0 0 0,-1 0 0,1 0 0,0 1 0,0-1 0,0 0 0,0 1 0,0-1 0,-1 1 0,1-1 0,0 1 0,1-1 0,-1 1 0,0-1 0,0 1 0,0 0 0,0 0 0,0 0 0,0 0 0,2 0 0,43 1 0,-30 0 0,39-2 0,40 2 0,-90 0 0,1 1 0,0-1 0,-1 1 0,0 0 0,1 0 0,-1 1 0,6 3 0,-5-3 0,0 0 0,0 0 0,1 0 0,7 2 0,24 0 0,0-1 0,0-1 0,63-5 0,-25 1 0,198 1 0,-187-10 0,-24 12 0,86-4 0,-142 1 0,-1 0 0,0-1 0,0 0 0,10-4 0,17-5 0,-32 11 0,-1 1 0,1-1 0,0 0 0,0 0 0,-1 0 0,1 0 0,0 1 0,-1-1 0,1 0 0,0 1 0,-1-1 0,1 0 0,-1 1 0,1-1 0,0 1 0,-1-1 0,1 1 0,-1-1 0,1 1 0,-1 0 0,0-1 0,1 1 0,-1-1 0,0 1 0,1 0 0,-1-1 0,0 1 0,0 0 0,1-1 0,-1 1 0,0 0 0,0 0 0,0-1 0,0 1 0,0 0 0,0 0 0,0-1 0,0 2 0,-1 36 0,1-29 0,1 4 0,0 0 0,2 0 0,-1-1 0,2 1 0,-1 0 0,2-1 0,10 22 0,22 21 0,-2-4 0,-32-46 0,0 0 0,1 0 0,0 0 0,0-1 0,5 5 0,-8-8 0,0 0 0,-1 0 0,1 0 0,0 0 0,0-1 0,0 1 0,0 0 0,0-1 0,0 1 0,0 0 0,0-1 0,0 1 0,0-1 0,0 0 0,0 1 0,0-1 0,0 0 0,0 0 0,1 0 0,-1 1 0,0-1 0,0 0 0,0-1 0,0 1 0,0 0 0,1 0 0,-1 0 0,0-1 0,0 1 0,0-1 0,0 1 0,0-1 0,2 0 0,-3 0 0,0 1 0,1-1 0,-1 0 0,0 0 0,0 1 0,0-1 0,1 0 0,-1 1 0,0-1 0,0 0 0,0 0 0,0 1 0,0-1 0,-1 0 0,1 0 0,0 1 0,0-1 0,0 0 0,-1 1 0,1-1 0,0 0 0,-1 1 0,1-1 0,0 0 0,-1 1 0,1-1 0,-1 1 0,1-1 0,-1 1 0,1-1 0,-1 1 0,0-1 0,1 1 0,-2-1 0,-21-15 0,12 9-1365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5:23.6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 0 24526,'0'2912'0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5:28.2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54 24575,'47'1'0,"-29"1"0,1-2 0,-1 0 0,1-1 0,-1-1 0,0-1 0,25-6 0,-22 2 0,1 0 0,-1 2 0,1 0 0,0 2 0,41-2 0,25-4 0,133 9 0,-221 0 15,4 1-475,-4-1 430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5:37.08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0 339 24575,'0'-13'0,"1"1"0,1-1 0,0 1 0,0-1 0,6-15 0,0 10 0,0 0 0,2 1 0,15-21 0,-23 35 0,1 0 0,0 0 0,0 0 0,0 1 0,1-1 0,-1 1 0,0 0 0,1 0 0,0 0 0,-1 1 0,6-2 0,43-12 0,-31 12 0,-1 1 0,1 1 0,40 2 0,-10 1 0,-33-2 0,2 0 0,0 0 0,33 5 0,-48-4 0,0 0 0,0 0 0,-1 1 0,1-1 0,0 1 0,-1 0 0,1 0 0,-1 1 0,0-1 0,0 1 0,0 0 0,0 0 0,0 0 0,0 1 0,-1-1 0,4 6 0,-3-2 0,-1 1 0,0 0 0,0 0 0,0 0 0,2 16 0,0-5 0,-2 1 0,0-1 0,-1 1 0,0 26 0,1 19 0,2-1 0,-6 78 0,-1-49 0,3-30 0,-2 67 0,1-130 0,0 1 0,0-1 0,0 1 0,0-1 0,0 1 0,0-1 0,0 0 0,0 1 0,0-1 0,0 1 0,0-1 0,0 1 0,0-1 0,0 1 0,-1-1 0,1 0 0,0 1 0,0-1 0,-1 1 0,1-1 0,0 0 0,0 1 0,-1-1 0,1 0 0,0 1 0,-1-1 0,1 0 0,-1 1 0,-8-10 0,-3-21 0,5-41 0,8 67 0,-1 0 0,1 0 0,0-1 0,1 1 0,-1 0 0,1 0 0,-1 1 0,1-1 0,0 0 0,0 1 0,1-1 0,-1 1 0,1-1 0,0 1 0,0 0 0,6-5 0,10-12 0,-8 7 0,1 1 0,0 1 0,1 0 0,0 0 0,1 1 0,0 1 0,0 0 0,19-7 0,-11 4 0,-18 9 0,0 0 0,1 1 0,-1 0 0,1 0 0,-1 0 0,9-2 0,-7 2 0,-1 0 0,1 0 0,-1 0 0,0-1 0,0 0 0,0 0 0,9-7 0,-10 7 0,0 0 0,-1 0 0,1 0 0,0 1 0,1 0 0,-1-1 0,0 2 0,1-1 0,-1 0 0,1 1 0,7-2 0,-11 4 0,-1-1 0,1 0 0,-1 1 0,1-1 0,-1 0 0,1 1 0,-1-1 0,0 0 0,1 1 0,-1-1 0,1 1 0,-1-1 0,0 0 0,0 1 0,1-1 0,-1 1 0,0-1 0,0 1 0,1-1 0,-1 1 0,0 0 0,0-1 0,0 1 0,0-1 0,0 1 0,0-1 0,0 1 0,0-1 0,0 1 0,0 0 0,-1 24 0,1-20 0,-2 19 0,-1-1 0,-1 0 0,-9 31 0,7-24 0,1 1 0,1 0 0,2 0 0,1 0 0,5 44 0,-3-65 0,1-1 0,1 1 0,-1 0 0,2-1 0,-1 0 0,1 0 0,1 0 0,7 11 0,-11-18 0,1 0 0,0 1 0,0-1 0,0 0 0,0-1 0,0 1 0,0 0 0,1-1 0,-1 1 0,1-1 0,-1 1 0,1-1 0,-1 0 0,1 0 0,0-1 0,0 1 0,-1 0 0,1-1 0,0 0 0,0 1 0,0-1 0,-1 0 0,1-1 0,0 1 0,0 0 0,0-1 0,-1 1 0,1-1 0,0 0 0,-1 0 0,1 0 0,-1 0 0,1-1 0,-1 1 0,3-3 0,-1 1 0,0 0 0,-1 0 0,1-1 0,-1 0 0,0 0 0,0 0 0,0 0 0,-1 0 0,1 0 0,-1-1 0,0 1 0,0-1 0,-1 1 0,1-1 0,0-6 0,1-8 0,-1 0 0,-1-34 0,1-15 0,4 6 0,-5-118 0,-2 85 0,2 29 0,1 25 0,-3 1 0,-5-44 0,0 57 0,-1 1 0,-1 0 0,-2 0 0,0 1 0,-17-28 0,25 48 0,-1 1 0,0 0 0,0 0 0,0 0 0,0 0 0,-1 0 0,0 1 0,0 0 0,0 0 0,-6-4 0,7 5 0,1 1 0,-1-1 0,1 1 0,-1 0 0,0 0 0,0 0 0,1 1 0,-1-1 0,0 1 0,0-1 0,0 1 0,0 0 0,0 0 0,0 0 0,0 1 0,0-1 0,0 0 0,1 1 0,-5 1 0,4 0 0,0 0 0,0-1 0,0 1 0,1 0 0,-1 0 0,1 0 0,0 1 0,-1-1 0,1 1 0,0-1 0,0 1 0,0 0 0,-2 5 0,-16 45 0,12-29 0,4-10 0,0 0 0,0 0 0,-2 23 0,5-29 0,1-1 0,0 1 0,0 0 0,0 0 0,1-1 0,0 1 0,1 0 0,3 10 0,1-2 0,1 0 0,1 0 0,1-1 0,20 28 0,-26-39 0,0 0 0,1 0 0,-1 0 0,1 0 0,0-1 0,0 1 0,0-1 0,1 0 0,-1 0 0,1-1 0,-1 1 0,1-1 0,0 0 0,0 0 0,0-1 0,0 1 0,0-1 0,0-1 0,1 1 0,7 0 0,-10-2 0,0 1 0,-1-1 0,1 0 0,-1 0 0,1 0 0,-1 0 0,0 0 0,1-1 0,-1 1 0,0-1 0,0 1 0,3-4 0,24-27 0,-18 19 0,-3 3 0,0 0 0,-1 0 0,-1-1 0,0 0 0,0 0 0,-1-1 0,0 1 0,-1-1 0,0 0 0,-1 0 0,-1 0 0,0-1 0,0 1 0,-1-1 0,-1 1 0,-2-24 0,2 35 0,0 0 0,0 1 0,0-1 0,0 1 0,0-1 0,0 0 0,0 1 0,0-1 0,0 0 0,0 1 0,0-1 0,-1 1 0,1-1 0,0 0 0,0 1 0,-1-1 0,1 1 0,-1-1 0,1 1 0,0-1 0,-1 1 0,1-1 0,-1 1 0,1-1 0,-1 1 0,1 0 0,-1-1 0,1 1 0,-1 0 0,0 0 0,1-1 0,-1 1 0,1 0 0,-1 0 0,0 0 0,1 0 0,-1-1 0,0 1 0,1 0 0,-1 0 0,1 0 0,-1 0 0,0 1 0,1-1 0,-1 0 0,0 0 0,1 0 0,-1 0 0,1 1 0,-1-1 0,0 0 0,1 1 0,-1-1 0,1 0 0,-1 1 0,1-1 0,-1 1 0,0 0 0,-3 2 0,-1 0 0,1 1 0,0 0 0,0 0 0,-4 6 0,-6 10 0,1 1 0,2 1 0,-15 35 0,14-23 0,2 1 0,1 0 0,-6 50 0,-2 111 0,16-172 0,0 257 0,2-241 0,13 65 0,-13-99 0,1-1 0,0 0 0,-1 1 0,1-1 0,1 0 0,-1 0 0,1 0 0,0-1 0,5 7 0,-7-10 0,0 0 0,0 0 0,0 0 0,0 0 0,0 0 0,0-1 0,0 1 0,1 0 0,-1-1 0,0 1 0,0-1 0,1 1 0,-1-1 0,1 1 0,-1-1 0,0 0 0,1 0 0,-1 0 0,0 0 0,1 0 0,-1 0 0,1 0 0,-1 0 0,0 0 0,1-1 0,-1 1 0,0-1 0,1 1 0,-1-1 0,0 1 0,0-1 0,1 0 0,-1 1 0,0-1 0,0 0 0,0 0 0,0 0 0,0 0 0,0 0 0,0 0 0,0-2 0,3-1 0,0-1 0,-1 0 0,1 0 0,3-9 0,8-12 0,-5 12 0,-2 0 0,0 0 0,0 0 0,-1-1 0,-1-1 0,0 1 0,-2-1 0,5-20 0,-5 11 0,-1 0 0,-1 0 0,-2-1 0,-3-41 0,3 66 0,0 1 0,0-1 0,0 0 0,0 1 0,0-1 0,0 0 0,0 1 0,0-1 0,0 1 0,0-1 0,0 0 0,0 1 0,-1-1 0,1 1 0,0-1 0,0 0 0,-1 1 0,1-1 0,0 1 0,-1-1 0,1 1 0,-1-1 0,1 1 0,0 0 0,-1-1 0,1 1 0,-1-1 0,1 1 0,-1 0 0,0-1 0,1 1 0,-1 0 0,1 0 0,-1 0 0,1-1 0,-1 1 0,0 0 0,1 0 0,-1 0 0,0 0 0,1 0 0,-1 0 0,1 0 0,-1 0 0,0 0 0,1 0 0,-1 0 0,0 1 0,1-1 0,-1 0 0,1 0 0,-1 1 0,1-1 0,-1 0 0,1 1 0,-2 0 0,-1 1 0,-1 1 0,0 0 0,0 0 0,1 0 0,-6 7 0,-45 60 0,12-17 0,36-45 0,-2 2 0,0 1 0,1 1 0,0-1 0,-6 16 0,-1 6 0,9-23 0,1-1 0,0 1 0,0 0 0,1-1 0,1 2 0,-1-1 0,2 0 0,-2 20 0,2 1 0,0-23 0,1-1 0,-1 1 0,1-1 0,1 1 0,-1-1 0,1 1 0,1-1 0,-1 1 0,1-1 0,4 9 0,-6-16 0,0 1 0,0-1 0,1 1 0,-1-1 0,0 1 0,1-1 0,-1 1 0,0-1 0,1 1 0,-1-1 0,1 1 0,-1-1 0,1 0 0,-1 1 0,1-1 0,-1 0 0,1 0 0,-1 1 0,1-1 0,-1 0 0,1 0 0,-1 0 0,1 0 0,-1 1 0,1-1 0,0 0 0,-1 0 0,1 0 0,-1 0 0,1-1 0,0 1 0,-1 0 0,1 0 0,1-1 0,0 0 0,0 0 0,-1 0 0,1 0 0,-1-1 0,1 1 0,-1 0 0,0-1 0,1 1 0,0-3 0,4-5 0,-1 1 0,0-1 0,3-10 0,8-37 0,-12 42 0,-1-1 0,11-23 0,-13 36 0,0 0 0,0 0 0,0 0 0,0 0 0,0 0 0,0 1 0,1-1 0,-1 0 0,3-1 0,-4 3 0,0 0 0,0 0 0,0-1 0,0 1 0,0 0 0,0 0 0,1 0 0,-1 0 0,0 0 0,0 0 0,0 0 0,0 0 0,0 0 0,1 0 0,-1 0 0,0 0 0,0 0 0,0 1 0,0-1 0,0 0 0,0 0 0,1 0 0,-1 0 0,0 0 0,0 0 0,0 0 0,0 0 0,0 0 0,0 0 0,0 0 0,1 1 0,-1-1 0,0 0 0,0 0 0,0 0 0,0 0 0,0 0 0,0 0 0,0 1 0,0-1 0,0 0 0,0 0 0,2 16 0,-4 92 0,4 78 0,0-154 0,4 60 0,-6-90 0,1 25 0,-1-1 0,-2 0 0,0 0 0,-2 1 0,-12 42 0,10-50 0,1 1 0,1-1 0,-2 37 0,4-50 0,1 0 0,-1 1 0,1-1 0,-2 0 0,1 0 0,-1-1 0,-6 11 0,5-9 0,0 0 0,1-1 0,0 1 0,-4 14 0,4-10 0,-1-1 0,0 0 0,0 1 0,-8 11 0,-2 5 0,9-16 0,2 0 0,-1 0 0,-2 22 0,-2 4 0,5-24 0,0-1 0,1 1 0,-1 16 0,28-66 0,131-165 0,-132 176 0,-14 16 0,0-1 0,-2 0 0,14-21 0,-21 32 0,-1 0 0,0 0 0,0-1 0,0 1 0,1 0 0,-1 0 0,0-1 0,0 1 0,0 0 0,0 0 0,0-1 0,0 1 0,0 0 0,0-1 0,0 1 0,0 0 0,0-1 0,0 1 0,0 0 0,0-1 0,0 1 0,0 0 0,0 0 0,0-1 0,0 1 0,0 0 0,0-1 0,0 1 0,-1 0 0,1 0 0,0-1 0,0 1 0,0 0 0,0 0 0,-1-1 0,1 1 0,0 0 0,-1-1 0,-14-1 0,-16 8 0,24-3 0,1 1 0,0-1 0,0 1 0,-6 5 0,-19 11 0,23-15 0,0 0 0,1 1 0,-1-1 0,-7 10 0,-9 6 0,-39 34 0,-7 5 0,57-46 0,11-13 0,1 1 0,0 0 0,-1-1 0,1 1 0,-1-1 0,0 0 0,1 0 0,-1 1 0,-2 0 0,-4-5 0,3-12 0,-5-25 0,5 24 0,1 0 0,1-1 0,1 1 0,-1-22 0,1 12 0,-1 1 0,0-1 0,-12-37 0,10 44 0,3 10 0,0 1 0,-1 0 0,0 0 0,-1 0 0,0 1 0,0-1 0,-10-13 0,13 20 0,0 1 0,1-1 0,-1 1 0,0-1 0,0 1 0,0-1 0,0 1 0,0-1 0,0 1 0,0 0 0,0 0 0,0 0 0,0-1 0,0 1 0,0 0 0,0 0 0,0 0 0,1 0 0,-1 1 0,0-1 0,0 0 0,0 0 0,0 1 0,0-1 0,0 0 0,0 1 0,0-1 0,0 1 0,0-1 0,1 1 0,-1-1 0,0 1 0,0 0 0,1-1 0,-2 2 0,-5 5 0,1 0 0,0 0 0,-6 9 0,0 0 0,-9 15 0,19-26 0,-1-1 0,1 1 0,-1-1 0,-1 1 0,1-1 0,-1 0 0,-4 4 0,2-2 0,0 0 0,1 0 0,0 0 0,-8 13 0,0 0 0,11-15 0,0 0 0,0 0 0,0 0 0,0 0 0,0 0 0,1 0 0,0 1 0,0-1 0,0 1 0,0 4 0,0 47 0,2-38 0,-1-227 0,-1 207 0,-2 5 0,-7 13 0,-7 20 0,-12 38 0,17-40 0,4-12 0,-9 39 0,17-68 0,0 0 0,0 0 0,-1 0 0,-2-12 0,-2-20 0,2 10 0,0 0 0,-2 0 0,-1 0 0,-14-39 0,20 67 0,0 0 0,-1 0 0,1 0 0,0 0 0,-1 0 0,1 0 0,-1 0 0,1 0 0,-1 0 0,1 0 0,-1 0 0,0 0 0,1 0 0,-1 1 0,0-1 0,0 0 0,0 0 0,0 1 0,0-1 0,0 1 0,0-1 0,0 1 0,0-1 0,-2 0 0,2 1 0,0 0 0,0 0 0,-1 1 0,1-1 0,0 0 0,-1 1 0,1-1 0,0 1 0,0-1 0,0 1 0,0 0 0,0 0 0,-1-1 0,1 1 0,0 0 0,1 0 0,-3 2 0,0 0 0,0 1 0,0 0 0,0 0 0,0 1 0,1-1 0,-1 0 0,1 1 0,0 0 0,1-1 0,-2 8 0,-3 14 0,6-26 0,0-1 0,0 1 0,0 0 0,0 0 0,0 0 0,0 0 0,0 0 0,0 0 0,0 0 0,0 0 0,0 0 0,0 0 0,0 0 0,0 0 0,0 0 0,0 0 0,0 0 0,0 0 0,0 0 0,0 0 0,0 0 0,-1 0 0,1 0 0,0 0 0,0 0 0,0 0 0,0 0 0,0 0 0,0 0 0,0 0 0,0 0 0,0 0 0,0 0 0,0 0 0,0 0 0,0 0 0,0 0 0,0 0 0,0 0 0,-1 0 0,1 0 0,0 0 0,0 0 0,0 0 0,0 0 0,0 0 0,0 0 0,0 0 0,0 0 0,0 0 0,0 1 0,0-1 0,0 0 0,0 0 0,0 0 0,0 0 0,-1-16 0,2-17 0,7-39 0,1-2 0,-11 71 0,-3 9 0,-9 22 0,6-13 0,0 0 0,1 0 0,0 1 0,-8 30 0,15-46 0,0 1 0,0-1 0,0 0 0,0 1 0,0-1 0,0 1 0,0-1 0,0 1 0,0-1 0,0 1 0,-1-1 0,1 0 0,0 1 0,0-1 0,0 1 0,-1-1 0,1 0 0,0 1 0,0-1 0,-1 0 0,1 1 0,0-1 0,-1 0 0,1 1 0,0-1 0,-1 0 0,1 0 0,-1 1 0,1-1 0,0 0 0,-1 0 0,1 0 0,-1 0 0,1 1 0,-1-1 0,1 0 0,-1 0 0,0-1 0,0 0 0,0 0 0,0 0 0,0 0 0,0 0 0,0 0 0,0 0 0,0 0 0,1-1 0,-1 1 0,0 0 0,0-2 0,-14-43 0,11 24 0,4 17 0,-1 0 0,0 0 0,0 0 0,0 0 0,-1 0 0,1 0 0,-6-9 0,-3 41 0,5 20 0,4-30 0,-1 0 0,-4 17 0,-17 98 0,22-128 0,1 3 0,-1 0 0,0 0 0,0 0 0,-1 0 0,0 0 0,-4 9 0,2-49 0,5-29 0,-1 35 0,0 21 0,0 8 0,-8 72 0,8-64 0,0 16 0,-4-21 0,-4-16 0,5 6 0,0-1 0,1 0 0,-1 0 0,1-1 0,1 1 0,-1 0 0,1-1 0,0-9 0,2-58 0,0 32 0,-1 36 0,0 1 0,0 0 0,-1 0 0,0 0 0,0 0 0,-1 0 0,1 0 0,-1 0 0,0 0 0,-5-8 0,5 7 0,0 0 0,0 0 0,0 0 0,1-1 0,0 1 0,0 0 0,1 0 0,0-1 0,0 1 0,0 0 0,1-1 0,0 1 0,3-11 0,-2 9 0,0 0 0,1 0 0,0 0 0,0 1 0,1 0 0,0-1 0,0 1 0,1 1 0,0-1 0,7-7 0,-11 12-35,1 0 0,0 0 0,-1 0 0,0-1-1,1 1 1,-1-1 0,2-4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5:43.08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224 0 24575,'-1'4'0,"0"0"0,0-1 0,-1 1 0,0 0 0,0-1 0,0 1 0,0-1 0,-4 5 0,-5 8 0,-4 25 0,12-32 0,1-1 0,-2 0 0,-5 13 0,4-13 0,2 0 0,-1 0 0,1 0 0,1 1 0,-3 10 0,-3 10 0,3-15 0,-1 0 0,-10 17 0,10-19 0,0 0 0,0 0 0,-5 19 0,10-26 0,-1-1 0,-1 1 0,1 0 0,-1-1 0,1 1 0,-5 3 0,-11 23 0,16-22 0,-1 1 0,1 0 0,1 0 0,0-1 0,0 1 0,1 0 0,2 16 0,-1-14 0,-1 0 0,0 0 0,-1 0 0,-3 19 0,-3 0 0,1 1 0,-2 34 0,7-50 0,0-7 0,0 1 0,0-1 0,1 0 0,1 0 0,0 0 0,0 1 0,3 11 0,-2-19 0,0 0 0,-1-1 0,1 1 0,0 0 0,0-1 0,0 1 0,0-1 0,0 0 0,0 0 0,0 0 0,0 0 0,1 0 0,-1 0 0,0 0 0,1-1 0,-1 1 0,1-1 0,2 1 0,-2-1 0,1 1 0,-1 0 0,1 0 0,-1 0 0,0 0 0,1 1 0,-1-1 0,6 5 0,11 17 0,-17-18 0,1-1 0,0 1 0,0-1 0,7 6 0,10 8 0,-16-13 0,1 0 0,-1 0 0,1-1 0,0 0 0,10 5 0,-13-7 0,0 1 0,0-1 0,0 1 0,0 0 0,0 0 0,-1 1 0,1-1 0,-1 0 0,0 1 0,0-1 0,0 1 0,-1 0 0,1 0 0,0 5 0,1-3 0,-1 0 0,0-1 0,1 1 0,0-1 0,1 1 0,3 4 0,-3-5 0,0-1 0,0 1 0,-1 0 0,0 0 0,0 0 0,0 0 0,2 8 0,-37 1 0,29-12 0,1 1 0,0-1 0,0 0 0,0 1 0,0-1 0,0 1 0,1-1 0,-1 1 0,1 0 0,0 0 0,0 0 0,0 0 0,0 0 0,0 0 0,1 0 0,-1 0 0,1 4 0,-6 17 0,6-24 0,0 0 0,0 0 0,0 1 0,0-1 0,0 0 0,0 1 0,0-1 0,0 0 0,0 0 0,0 1 0,0-1 0,0 0 0,0 1 0,0-1 0,0 0 0,0 0 0,0 1 0,0-1 0,0 0 0,0 0 0,1 1 0,-1-1 0,0 0 0,0 0 0,0 1 0,0-1 0,1 0 0,-1 0 0,0 0 0,0 1 0,0-1 0,1 0 0,11 2 0,19-7 0,-24 3 0,16 0 0,0 0 0,39 3 0,-35 1 0,33-4 0,-59 2 0,0 0 0,0 0 0,0 0 0,0 0 0,-1-1 0,1 1 0,0 0 0,0 0 0,0-1 0,-1 1 0,1-1 0,0 1 0,0-1 0,-1 1 0,1-1 0,-1 1 0,1-1 0,0 0 0,-1 1 0,1-1 0,-1 0 0,1 1 0,-1-1 0,1-1 0,0-1 0,-1 1 0,1 0 0,-1 0 0,1-1 0,-1 1 0,0-1 0,0 1 0,-1-5 0,0-2 0,-1-1 0,0 1 0,-6-13 0,-7-19 0,2 10 0,-9-38 0,5 19 0,12 38 0,1 0 0,0-1 0,-3-15 0,4 15 0,0 1 0,-1-1 0,-6-13 0,-2-7 0,8 18 0,0 0 0,2 0 0,0-1 0,0 1 0,2-1 0,0 1 0,0-1 0,6-29 0,-3 35 0,1 0 0,-1 0 0,2 1 0,8-16 0,2-4 0,7-12 0,32-46 0,-40 65 0,-4 9 0,1-1 0,1 2 0,14-14 0,-18 19 0,-7 6 0,0-1 0,0 1 0,1 0 0,-1 0 0,0 0 0,1 0 0,-1 0 0,1 0 0,0 0 0,-1 0 0,1 0 0,-1 1 0,1-1 0,0 1 0,0-1 0,-1 1 0,1 0 0,0 0 0,0-1 0,-1 1 0,1 0 0,3 1 0,-2 0 0,-1 0 0,0 1 0,1-1 0,-1 1 0,0-1 0,0 1 0,0 0 0,0 0 0,0 0 0,0 0 0,-1 0 0,1 0 0,-1 0 0,3 5 0,15 25 0,-7-14 0,-1 1 0,-1 0 0,9 23 0,-16-34 0,1-1 0,-1 0 0,9 11 0,5 10 0,-11-13 0,-1-1 0,0 1 0,-1 0 0,-1 0 0,0 1 0,-1-1 0,0 1 0,-2 27 0,1 6 0,-2 43 0,-3-62 0,-17 56 0,20-81 0,-2 2 0,1 1 0,1 0 0,-1 0 0,0 12 0,12-77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5:49.1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159 240 24575,'1'-37'0,"-2"-41"0,0 76 0,1 0 0,-1 0 0,0 1 0,0-1 0,0 0 0,0 1 0,0-1 0,-1 1 0,1-1 0,0 1 0,-1-1 0,1 1 0,-1 0 0,1 0 0,-1 0 0,0 0 0,0 0 0,-1-1 0,0 0 0,0 1 0,0-1 0,1 0 0,-1 0 0,1 0 0,0 0 0,-4-4 0,-41-61 0,46 66 0,0 0 0,0 0 0,0 0 0,0 0 0,0 1 0,-1-1 0,1 0 0,0 1 0,0-1 0,0 1 0,-1-1 0,1 1 0,0-1 0,-1 1 0,1 0 0,0 0 0,-1 0 0,1 0 0,0 0 0,-1 0 0,1 0 0,0 0 0,-1 0 0,1 1 0,0-1 0,-1 1 0,1-1 0,0 1 0,0-1 0,0 1 0,-1 0 0,1-1 0,0 1 0,0 0 0,0 0 0,0 0 0,0 0 0,0 0 0,1 0 0,-1 0 0,0 0 0,0 0 0,1 0 0,-1 0 0,0 1 0,1-1 0,0 0 0,-1 1 0,0 1 0,-1 10 0,0-1 0,0 1 0,1 0 0,1-1 0,0 1 0,1 0 0,0-1 0,1 1 0,0-1 0,6 17 0,-4-8 0,0 0 0,-1 0 0,-2 1 0,0-1 0,-2 25 0,1 46 0,9-4 0,-8-78-124,0 1 0,1-1 0,1 0 0,-1 0 0,1 0 0,1 0-1,0 0 1,0-1 0,1 0 0,10 15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6:07.5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 24575,'75'-2'0,"80"4"0,-104 6 0,-37-5 0,1 0 0,28 0 0,-36-2 0,0 0 0,0 0 0,-1 0 0,1 1 0,0 0 0,6 3 0,30 7 0,5-11 0,9 1 0,-54-1 0,1 0 0,0-1 0,-1 2 0,1-1 0,0 0 0,-1 1 0,0-1 0,1 1 0,-1 0 0,0 0 0,0 0 0,4 4 0,-1-1 0,1 0 0,0 0 0,0-1 0,1 0 0,14 6 0,23 14 0,-27-11 0,35 17 0,-25-11 0,-23-15 0,-1-1 0,1 1 0,-1-1 0,1 0 0,8 3 0,11 8 0,-20-11 0,0 0 0,0-1 0,1 1 0,-1-1 0,1 0 0,-1 0 0,7 2 0,-10-4 0,0 0 0,-1 0 0,1 0 0,0 0 0,-1 0 0,1 0 0,0 0 0,-1-1 0,1 1 0,0 0 0,-1 0 0,1 0 0,0-1 0,-1 1 0,1 0 0,0-1 0,-1 1 0,1-1 0,-1 1 0,1 0 0,-1-1 0,1 0 0,0-1 0,0 0 0,0 0 0,0 0 0,0 1 0,-1-1 0,1 0 0,-1 0 0,1 0 0,-1 0 0,0 0 0,0-4 0,0-11-1365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6:21.57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 43 24575,'0'0'6,"0"0"-1,0 0 1,-1 0-1,1 0 1,0 0-1,0 0 1,0 0-1,-1 0 1,1-1-1,0 1 1,0 0-1,0 0 1,0 0-1,-1 0 1,1-1-1,0 1 1,0 0-1,0 0 1,0 0-1,0 0 1,-1-1-1,1 1 1,0 0-1,0 0 1,0-1-1,0 1 0,0 0 1,0 0-1,0 0 1,0-1-1,0 1 1,0 0-1,0 0 1,0-1-1,0 1 1,0 0-1,0 0 1,0-1-1,0 1 1,0 0-1,0 0 1,1 0-1,-1-1 1,0 1-1,0 0 1,0 0-1,0-1 1,8-17-115,-1 2-1411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6:27.2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89 0 24575,'2'0'0,"-1"1"0,0-1 0,1 1 0,-1 0 0,0-1 0,1 1 0,-1 0 0,0 0 0,0 0 0,1 0 0,-1 0 0,0 0 0,0 0 0,0 0 0,-1 0 0,1 1 0,0-1 0,1 2 0,11 26 0,-11-26 0,-1 1 0,0 0 0,1-1 0,0 0 0,0 1 0,0-1 0,0 0 0,0 0 0,4 3 0,2 3 0,-7-7 0,0-1 0,0 0 0,0 1 0,-1-1 0,1 1 0,0-1 0,-1 1 0,1-1 0,-1 1 0,1-1 0,-1 1 0,0-1 0,0 1 0,1 0 0,-1-1 0,0 1 0,-1 0 0,1-1 0,0 1 0,0-1 0,-1 1 0,1-1 0,-1 1 0,1 0 0,-1-1 0,0 0 0,1 1 0,-1-1 0,0 1 0,0-1 0,0 0 0,0 0 0,0 1 0,0-1 0,-1 0 0,1 0 0,0 0 0,0 0 0,-1 0 0,1-1 0,-1 1 0,1 0 0,-1-1 0,1 1 0,-1-1 0,1 1 0,-1-1 0,-2 0 0,-23-1 0,21 0 0,0 1 0,0-1 0,0 1 0,0 0 0,0 1 0,0-1 0,0 1 0,-6 2 0,10-1 0,1-1 0,-1 0 0,0 1 0,1 0 0,-1-1 0,1 1 0,-1 0 0,1 0 0,0 0 0,0-1 0,0 1 0,0 1 0,0-1 0,0 0 0,1 0 0,-1 0 0,1 0 0,-1 1 0,1-1 0,0 0 0,0 0 0,0 1 0,0-1 0,0 0 0,0 0 0,1 0 0,-1 1 0,1-1 0,1 4 0,2 2 0,-3-3 0,-15-4 0,-1-5-1365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6:33.6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24575,'0'2'0,"0"1"0,0 0 0,0 0 0,0-1 0,1 1 0,-1 0 0,1-1 0,0 1 0,0 0 0,0-1 0,0 1 0,0-1 0,1 1 0,-1-1 0,1 0 0,-1 1 0,1-1 0,3 3 0,1-1 0,-1-1 0,1 1 0,0-1 0,0 0 0,0 0 0,10 2 0,-10-2 0,1 1 0,-1-1 0,0 1 0,0 0 0,-1 1 0,10 8 0,-1-1 0,12 16 0,-17-17 0,-1 2 0,9 15 0,0 0 0,5 21 0,-20-44 0,0 0 0,0 0 0,-1 0 0,0 0 0,0 1 0,0-1 0,-1 1 0,0-1 0,0 0 0,0 7 0,-11 53 0,11-65-21,0 1 0,0-1 0,0 0 0,0 0 0,0 0 0,0 1 0,0-1 0,0 0 0,0 0 0,0 0 0,0 0 0,0 1 0,0-1 0,0 0 0,0 0 0,0 0 0,0 1 0,-1-1 0,1 0 0,0 0 0,0 0 0,0 0 0,0 0 0,0 1 0,0-1 0,0 0 0,-1 0 0,1 0 0,0 0 0,0 0 0,0 0 0,0 1 0,-1-1 0,1 0 0,0 0 0,0 0 0,0 0 0,0 0 0,-1 0 0,1 0 0,0 0 0,0 0 0,0 0 0,-1 0 0,1 0 0,0 0 0,0 0 0,0 0 0,0 0 0,-1 0 0,1 0 0,0 0 0,0 0 0,0-1 0,0 1 0,-1 0 0,1 0 0,0 0 0,0 0 0,0 0 0,0 0 0,0 0 0,-1-1 0,1 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6:35.53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 1 24575,'-10'75'-1365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6:37.9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24575,'0'2'0,"1"-1"0,-1 0 0,1 1 0,0-1 0,-1 1 0,1-1 0,0 0 0,0 0 0,0 1 0,0-1 0,3 2 0,8 12 0,-8-6 0,0 0 0,1 0 0,0-1 0,1 1 0,-1-2 0,2 1 0,9 9 0,-12-13-136,1-1-1,0 0 1,0 0-1,0 0 1,0-1-1,0 1 1,1-1-1,-1-1 0,10 3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6:40.9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25 10 24575,'24'7'0,"-21"-6"0,-1 0 0,1 0 0,0 0 0,-1 0 0,1-1 0,0 1 0,5 0 0,-11-2 0,-1 1 0,1-1 0,-1 1 0,1-1 0,0 0 0,-1-1 0,-3-1 0,3 2 0,0-1 0,0 0 0,0 1 0,0 0 0,0 0 0,0 0 0,-6 1 0,4 0 0,16-1 0,62-2 0,-64 2-195,-1 1 0,1 0 0,-1 0 0,1 1 0,-1 0 0,13 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6:44.63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24575,'133'0'-1365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6:46.1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10 24575,'106'-9'0,"-49"9"-1365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6:48.0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24575,'1'0'0,"1"0"0,0 0 0,2 0 0,0 0 0,0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7:54.2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24575,'0'2'0,"0"0"0,0 0 0,0 0 0,0 0 0,0 0 0,1 0 0,-1 0 0,1 0 0,-1 0 0,1 0 0,0 0 0,0-1 0,-1 1 0,1 0 0,1 0 0,-1-1 0,2 4 0,1-3 0,-1 0 0,1 1 0,-1-1 0,1-1 0,0 1 0,0-1 0,6 2 0,-3 0 151,-6-2-220,0 0 0,0-1 0,0 1 1,0-1-1,0 1 0,0-1 0,0 0 0,1 1 0,-1-1 0,0 0 0,0 0 0,0 0 0,0 0 0,0 0 0,1 0 0,-1 0 1,0 0-1,0 0 0,0 0 0,0-1 0,2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7:58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7:58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8:00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8:01.4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8:02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24575,'0'0'0,"0"2"0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8:09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52 421 24575,'-1'0'0,"0"0"0,0-1 0,0 1 0,0-1 0,1 1 0,-1-1 0,0 1 0,1-1 0,-1 0 0,0 1 0,1-1 0,-1 0 0,1 0 0,-1 1 0,1-1 0,-1 0 0,1 0 0,-1 0 0,1 0 0,0 1 0,-1-1 0,1-1 0,-8-27 0,7 22 0,-2-3 0,1 0 0,1 0 0,0 0 0,0-15 0,2 45 0,0 11 0,-2-25 0,-2-13 0,0-13 0,0 10 0,-4 26 0,2 5 0,6-12 0,-1-9 0,0 0 0,0 0 0,1 0 0,-1 0 0,0 0 0,0 0 0,0 0 0,1 0 0,-1 0 0,0 0 0,0 0 0,1 0 0,-1 0 0,0 0 0,0 0 0,0 0 0,1 0 0,-1-1 0,0 1 0,0 0 0,0 0 0,1 0 0,-1 0 0,0 0 0,0-1 0,0 1 0,0 0 0,0 0 0,1 0 0,-1-1 0,0 1 0,0 0 0,0 0 0,0 0 0,0-1 0,1-1 0,0 1 0,-1-1 0,1 0 0,0 1 0,-1-1 0,0 0 0,1 0 0,-1 1 0,0-1 0,0-2 0,0 3 0,0-1 0,0 1 0,0 0 0,0-1 0,0 1 0,1 0 0,-1-1 0,0 1 0,1 0 0,-1 0 0,1-1 0,-1 1 0,1 0 0,0 0 0,-1 0 0,1-1 0,0 1 0,1-1 0,-2 3 0,1-1 0,0 0 0,-1 1 0,1-1 0,0 1 0,-1-1 0,1 1 0,-1-1 0,1 1 0,-1-1 0,0 1 0,1-1 0,-1 1 0,1-1 0,-1 1 0,0 0 0,1-1 0,-1 1 0,0 0 0,0-1 0,0 1 0,0 0 0,1 1 0,5 19 0,2 4 0,-8-24 0,1-1 0,-1 0 0,0 0 0,0 0 0,0 0 0,0 0 0,0 0 0,0 1 0,0-1 0,0 0 0,0 0 0,0 0 0,1 0 0,-1 0 0,0 0 0,0 0 0,0 0 0,0 1 0,0-1 0,1 0 0,-1 0 0,0 0 0,0 0 0,0 0 0,0 0 0,0 0 0,1 0 0,-1 0 0,0 0 0,0 0 0,0 0 0,0 0 0,0 0 0,1 0 0,-1 0 0,0 0 0,0 0 0,0 0 0,0-1 0,0 1 0,1 0 0,-1 0 0,4-14 0,5-25 0,-10 85 0,2-27 0,-1-27 0,-7-54 0,0 17 0,-1-127 0,7 144 0,0 18 0,0 1 0,1-1 0,1 0 0,2-15 0,-3 24 0,1 0 0,-1 0 0,1 0 0,-1 0 0,1 0 0,0 0 0,0 1 0,-1-1 0,1 0 0,0 0 0,0 1 0,0-1 0,0 0 0,0 1 0,0-1 0,0 1 0,0-1 0,0 1 0,0 0 0,0 0 0,0-1 0,0 1 0,0 0 0,1 0 0,-1 0 0,1 0 0,33 1 0,-32-1 0,-9 0 0,3-1 0,0 1 0,0 0 0,-1-1 0,1 1 0,0 1 0,0-1 0,-1 0 0,1 1 0,0 0 0,0 0 0,0 0 0,-4 1 0,4 0 0,0-1 0,-1 1 0,1 0 0,0 0 0,0 0 0,0 1 0,0-1 0,1 1 0,-1-1 0,0 1 0,1 0 0,0 0 0,0 0 0,0 0 0,0 0 0,0 1 0,1-1 0,0 1 0,-1-1 0,0 5 0,0 3 0,1 1 0,0-1 0,1 0 0,0 0 0,2 17 0,4-7-1365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8:12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22 24512,'0'-17'0,"-204"12"0,252 23 0,108-14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8:30.1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8:30.3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24575,'0'0'-8191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8:30.5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24575,'0'0'-8191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8:30.8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24575,'0'1'0,"1"0"0,0 2 0,2-1 0,-1 1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8:31.0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24575,'1'0'0,"1"1"0,0 1 0,1-1 0,1 1 0,-1 0 0,2 0 0,-1-1 0,2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8:31.2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8:31.5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 0 24575,'-1'0'0,"-1"0"0,-2 0 0,-1 0 0,0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8:31.7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7 24575,'1'0'0,"1"-1"0,0 0 0,0-2 0,1 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8:31.9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8:32.1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 0 24575,'-1'0'0,"-1"0"0,-2 0 0,-1 0 0,0 0 0,-1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8:32.3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0 24575,'-1'0'0,"-2"0"0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8:32.6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8:32.8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24575,'-1'0'0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8:37.8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8:38.1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24575,'1'0'0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8:38.8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24575,'0'1'0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8:39.2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8:39.6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24575,'1'0'0,"1"0"0,2 0 0,0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8:39.9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24575,'1'0'0,"2"0"0,0 0 0,2 0 0,0 0 0,1 0 0,0 0 0,0 0 0,0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8:40.7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24575,'75'4'0,"-46"-1"0,55-4 0,93-5-1365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8: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24575,'65'6'0,"-36"-6"-1365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8:45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18 24575,'72'2'0,"79"-4"0,-147 1 0,-15-1 0,-17-1 0,-199-2 0,328-1 0,-109 6-1365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8:48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1 194 24575,'1'1'0,"1"1"0,0 0 0,-1-1 0,1 0 0,0 1 0,0-1 0,-1 0 0,1 0 0,0 0 0,0 0 0,1 0 0,-1-1 0,0 1 0,3 0 0,3 2 0,23 15 0,-27-15 0,-1 0 0,1-1 0,0 0 0,0 1 0,0-1 0,0-1 0,0 1 0,0 0 0,1-1 0,-1 0 0,0 0 0,1 0 0,-1-1 0,1 0 0,-1 1 0,1-1 0,-1-1 0,6 0 0,6-4 0,-1-1 0,0 0 0,15-9 0,-2 1 0,-19 8 0,0-1 0,0 0 0,-1-1 0,0 0 0,0 0 0,-1-1 0,12-17 0,-17 23 0,0 0 0,-1-1 0,1 1 0,-1 0 0,0-1 0,0 1 0,0-1 0,0 1 0,-1-1 0,1-5 0,-2-41 0,0 24 0,0 16-1365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9:07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 24575,'-1'38'0,"2"39"0,-6-153 0,3 72 120,0 11-1605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9:10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24545,'4'187'0,"21"-102"0,-29-272 0,-21 102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9:15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24575,'0'37'0,"2"0"0,8 40 0,-9-71-1365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5:25.6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5:26.2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24575,'0'1'0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9:22.2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75 43 24575,'-5'88'0,"5"-85"0,0-1 0,0 0 0,-1 0 0,1 0 0,-1 1 0,1-1 0,-1 0 0,0 0 0,0 0 0,0 0 0,0 0 0,0 0 0,-1 0 0,-1 2 0,2-3 0,1-1 0,-1 0 0,1 1 0,0-1 0,-1 0 0,1 1 0,-1-1 0,1 0 0,-1 0 0,1 1 0,-1-1 0,1 0 0,-1 0 0,1 0 0,-1 0 0,1 0 0,-1 0 0,1 0 0,-1 0 0,1 0 0,-1 0 0,1 0 0,-2 0 0,1 0 0,0-1 0,0 0 0,1 1 0,-1-1 0,0 0 0,0 1 0,1-1 0,-1 0 0,0 0 0,1 1 0,-1-1 0,1 0 0,-1 0 0,1 0 0,-1 0 0,1 0 0,-1-1 0,-3-9 0,1 0 0,-4-23 0,1 2 0,-1 17 0,6 15 0,1-1 0,-1 1 0,1-1 0,0 0 0,-1 0 0,1 1 0,0-1 0,-1 0 0,1 1 0,0-1 0,0 0 0,-1 0 0,1 0 0,0 1 0,0-1 0,0 0 0,0 0 0,0 0 0,0 1 0,1-1 0,-1 0 0,0 0 0,0 0 0,0 1 0,1-1 0,-1 0 0,1 0 0,13-28 0,-15 32 0,0 0 0,1 0 0,0 0 0,-1 0 0,1 0 0,0 0 0,1 0 0,-1 0 0,0 0 0,2 5 0,11 32 0,-12-37-117,-1-3 91,0 0-1,1 0 1,-1 0-1,0 1 1,0-1-1,0 0 1,1 0-1,-1 1 0,0-1 1,0 0-1,0 0 1,0 1-1,0-1 1,1 0-1,-1 0 0,0 1 1,0-1-1,0 0 1,0 1-1,0-1 1,0 0-1,0 0 1,0 1-1,0-1 0,0 0 1,0 1-1,0-1 1,0 0-1,-1 0 1,1 1-1,0-1 0,0 0 1,0 0-1,0 1 1,0-1-1,0 0 1,-1 0-1,1 1 1,0-1-1,0 0 0,0 0 1,-1 0-1,1 1 1,0-1-1,0 0 1,-1 0-1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9:28.7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6 24575,'32'1'0,"-23"0"0,-1-1 0,1 0 0,-1 0 0,0 0 0,1-1 0,11-3 0,-15 3-10,0 0-1,0 1 1,0-1-1,-1 1 0,7 1 1,1-1-1292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9:30.8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 5 24575,'5'56'0,"-2"-28"0,-2-8 0,-2-35 0,1 5 0,1 0 0,-1 1 0,0-1 0,-1 1 0,0-1 0,-1 1 0,-4-17 0,-2 70 0,8-24 0,0-35 0,-1-7 0,1 22 0,3 15 0,1 18 0,-3-24 0,0 0 0,0 0 0,1 0 0,5 15 0,1-63 0,-8 24 0,-1 10 0,1 1 0,0-1 0,0 0 0,0 0 0,2-8 0,12 58 0,-15-49-97,0 0-1,-1 1 1,1-1-1,-1 0 1,1 1-1,-1-1 1,0 1-1,0-1 1,-1 1-1,1 0 1,-1 0-1,1 0 0,-5-3 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9:42.5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52 24575,'27'0'0,"15"1"0,-31-2 0,-13-1 0,-1 1 0,-21-8 0,24 9 0,-1 0 0,1 0 0,0 0 0,0 0 0,0 0 0,0 0 0,-1 0 0,1-1 0,0 1 0,0 0 0,0 0 0,0 0 0,0 0 0,0-1 0,-1 1 0,1 0 0,0 0 0,0 0 0,0 0 0,0-1 0,0 1 0,0 0 0,0 0 0,0 0 0,0-1 0,0 1 0,0 0 0,0 0 0,0 0 0,0-1 0,0 1 0,0 0 0,0 0 0,0 0 0,0-1 0,1 1 0,12-8 0,-13 8 0,1 0 0,-1 0 0,0 0 0,1 0 0,-1 0 0,0 0 0,1 0 0,-1 0 0,0-1 0,1 1 0,-1 0 0,0 0 0,1 0 0,-1 0 0,0 0 0,0-1 0,1 1 0,-1 0 0,0 0 0,0-1 0,1 1 0,-1 0 0,0 0 0,0-1 0,0 1 0,1 0 0,-1-1 0,0 1 0,0 0 0,0 0 0,0-1 0,0 1 0,0-1 0,-10-3 0,-22 3 0,46-1 0,15-7 0,-23 6-1365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9:45.2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 76 24575,'0'0'0,"0"0"0,0 0 0,0 0 0,0 0 0,0 0 0,-1 0 0,1 0 0,0 1 0,0-1 0,0 0 0,0 0 0,0 0 0,0 0 0,-1 0 0,1 0 0,0 0 0,0 0 0,0 1 0,0-1 0,0 0 0,0 0 0,0 0 0,0 0 0,0 0 0,0 1 0,0-1 0,0 0 0,0 0 0,0 0 0,-1 0 0,1 0 0,0 1 0,1-1 0,-1 0 0,0 0 0,0 0 0,0 0 0,0 1 0,0-1 0,0 0 0,0 0 0,0 0 0,0 0 0,0 0 0,0 1 0,0-1 0,0 0 0,0 0 0,1 0 0,-1 0 0,0 0 0,0 0 0,0 0 0,0 0 0,0 1 0,0-1 0,1 0 0,-1 0 0,0 0 0,0 0 0,0 0 0,0 0 0,0 0 0,1 0 0,-1 0 0,13 0 0,-7 0 0,-17 5 0,-9 7 0,12-3 0,8-9 0,0 0 0,0 0 0,0 0 0,-1 0 0,1 0 0,0 1 0,0-1 0,0 0 0,0 0 0,0 0 0,0 0 0,0 0 0,0 1 0,0-1 0,0 0 0,0 0 0,0 0 0,0 0 0,0 1 0,0-1 0,0 0 0,0 0 0,0 0 0,0 0 0,0 1 0,0-1 0,1 0 0,-1 0 0,0 0 0,0 0 0,0 0 0,0 0 0,0 1 0,0-1 0,0 0 0,0 0 0,1 0 0,-1 0 0,0 0 0,0 0 0,0 0 0,0 0 0,0 0 0,1 0 0,-1 1 0,4-2 0,0 0 0,0 0 0,0 0 0,0-1 0,0 1 0,0-1 0,-1 0 0,6-3 0,-3 2 0,-4 2 0,0 0 0,0 0 0,0 0 0,0 0 0,-1-1 0,1 1 0,-1 0 0,1-1 0,-1 1 0,1-1 0,-1 1 0,0-1 0,1 0 0,-1 1 0,1-4 0,-5 5 0,0 0 0,0 0 0,-1 0 0,1 0 0,0 1 0,0 0 0,0-1 0,-5 3 0,-15 5 0,23-8 0,0 0 0,0 0 0,0 0 0,0 0 0,0 0 0,-1 0 0,1 0 0,0 0 0,0 0 0,0 0 0,0 0 0,0 0 0,0 0 0,0 0 0,0 0 0,0 0 0,0-1 0,0 1 0,0 0 0,0 0 0,0 0 0,0 0 0,-1 0 0,1 0 0,0 0 0,0 0 0,0 0 0,0 0 0,0-1 0,0 1 0,0 0 0,0 0 0,0 0 0,0 0 0,0 0 0,0 0 0,0 0 0,0 0 0,1 0 0,-1-1 0,0 1 0,0 0 0,0 0 0,0 0 0,0 0 0,0 0 0,0 0 0,0 0 0,0 0 0,0 0 0,0 0 0,0 0 0,0 0 0,1-1 0,10-10 0,-11 10 0,1 1 0,0-1 0,0 1 0,-1-1 0,1 1 0,-1-1 0,1 0 0,0 1 0,-1-1 0,1 0 0,-1 0 0,1 1 0,-1-1 0,0 0 0,1 0 0,-1 0 0,0 0 0,1 1 0,-1-1 0,0 0 0,0 0 0,0-1 0,-1 1 0,1-1 0,-1 1 0,0 0 0,0 0 0,1 0 0,-1 0 0,0 0 0,0 0 0,-1 0 0,1 0 0,0 0 0,0 1 0,-2-2 0,3 2 0,0 0 0,0 0 0,0-1 0,0 1 0,0 0 0,-1 0 0,1-1 0,0 1 0,0 0 0,0 0 0,0-1 0,0 1 0,0 0 0,0 0 0,0 0 0,0-1 0,0 1 0,0 0 0,0 0 0,0-1 0,0 1 0,0 0 0,0 0 0,0-1 0,0 1 0,0 0 0,1 0 0,-1-1 0,0 1 0,0 0 0,0 0 0,0 0 0,0-1 0,1 1 0,-1 0 0,0 0 0,0 0 0,1-1 0,1-5 0,-2 6 0,0-1 0,0 1 0,0-1 0,0 1 0,0-1 0,0 1 0,0 0 0,0-1 0,0 1 0,0-1 0,0 1 0,0-1 0,1 1 0,-1 0 0,0-1 0,0 1 0,0-1 0,1 1 0,-1 0 0,0-1 0,1 0 0,2-5 0,-3 5 0,0 1 0,-1 0 0,1-1 0,0 1 0,0 0 0,-1 0 0,1-1 0,0 1 0,-1 0 0,1 0 0,0 0 0,-1-1 0,1 1 0,-1 0 0,1 0 0,0 0 0,-1 0 0,1 0 0,-1 0 0,1 0 0,0 0 0,-1 0 0,1 0 0,-1 0 0,1 0 0,-2 0 0,0 0 0,1 0 0,-1 0 0,0 0 0,1 0 0,-1 0 0,0 1 0,1-1 0,-1 1 0,1-1 0,-1 1 0,1 0 0,-1-1 0,1 1 0,-1 0 0,1 0 0,0 0 0,-1 0 0,1 0 0,0 1 0,0-1 0,0 0 0,0 0 0,0 1 0,0-1 0,-1 3 0,1-2 0,0 0 0,0 0 0,1 1 0,-1-1 0,1 1 0,-1-1 0,1 0 0,0 1 0,0-1 0,0 1 0,0-1 0,0 1 0,1-1 0,-1 1 0,1-1 0,-1 0 0,3 5 0,-2-5 0,0-1 0,0 1 0,0-1 0,1 1 0,-1-1 0,0 0 0,1 1 0,-1-1 0,1 0 0,-1 0 0,1 0 0,0 0 0,-1 0 0,1-1 0,0 1 0,2 0 0,30 6 0,-35-4 0,-1 0 0,1 1 0,-1-1 0,0 0 0,0 0 0,0 1 0,-3 2 0,-1 2 0,-14 21 0,19-27 0,0-1 0,0 1 0,0-1 0,1 1 0,-1 0 0,1-1 0,-1 1 0,1-1 0,0 1 0,-1 0 0,1-1 0,0 1 0,0 0 0,0 0 0,0-1 0,0 1 0,1 1 0,0-2 0,0 0 0,0 0 0,0-1 0,1 1 0,-1 0 0,0-1 0,0 1 0,0-1 0,1 1 0,-1-1 0,0 0 0,1 1 0,-1-1 0,0 0 0,1 0 0,-1 0 0,0 0 0,3-1 0,26-1 0,19-4-1365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9:46.4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24575,'9'67'-1365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09:52.6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49 1 24575,'-2'2'0,"0"1"0,1 0 0,-1 1 0,1-1 0,0 0 0,0 0 0,0 1 0,0-1 0,0 5 0,0-2 0,0 1 0,0-1 0,0 1 0,1-1 0,0 1 0,0-1 0,0 1 0,1-1 0,0 1 0,1-1 0,-1 0 0,1 1 0,3 6 0,0-4 0,-2 1 0,1 0 0,3 19 0,-36-70 0,36 53 0,0-2 0,0 1 0,1-1 0,0 0 0,18 16 0,-6 3 0,-15-20 0,-10-8 0,4-1 0,-1 0 0,1-1 0,0 1 0,-1-1 0,1 0 0,0 1 0,-1-1 0,1 0 0,0 0 0,0 0 0,0 0 0,-2-1 0,2-1 0,-1 1 0,1-1 0,0 0 0,0 1 0,0-1 0,1 0 0,-1 1 0,0-1 0,1 0 0,0 0 0,0-3 0,1-38 0,1 20 0,0-1 0,-1 22 0,-1 1 0,1-1 0,-1 1 0,0 0 0,0-1 0,1 1 0,-2-1 0,1 1 0,0 0 0,0-1 0,-1 1 0,1-1 0,-1 1 0,0 0 0,0 0 0,0-1 0,0 1 0,0 0 0,0 0 0,0 0 0,-4-3 0,3 2 0,2 2 0,-1 1 0,1-1 0,-1 1 0,1-1 0,0 1 0,-1-1 0,1 1 0,-1-1 0,1 1 0,-1-1 0,0 1 0,1 0 0,-1-1 0,1 1 0,-1 0 0,0-1 0,1 1 0,-1 0 0,1 0 0,-1 0 0,0 0 0,1 0 0,-1 0 0,0 0 0,0 0 0,1 0 0,-1 0 0,0 0 0,1 0 0,-1 0 0,0 0 0,1 0 0,-1 1 0,1-1 0,-1 0 0,0 1 0,1-1 0,-1 0 0,1 1 0,-1-1 0,1 0 0,-1 1 0,1-1 0,-1 1 0,1-1 0,-1 2 0,-8 3 0,7-4 0,1-1 0,-1 1 0,1 0 0,-1 0 0,1 0 0,-1 0 0,1 0 0,0 0 0,-1 0 0,1 1 0,0-1 0,0 0 0,0 1 0,0-1 0,0 1 0,1-1 0,-2 3 0,3-3 0,1-1 0,-1 0 0,1 1 0,-1-1 0,1 0 0,0 0 0,-1 0 0,1 0 0,-1 0 0,1 0 0,0 0 0,-1 0 0,2-1 0,7-3 0,-11 4 0,1-1 0,0 1 0,0-1 0,-1 1 0,1-1 0,0 1 0,-1 0 0,1-1 0,-1 1 0,1 0 0,0-1 0,-1 1 0,1 0 0,-1-1 0,1 1 0,-1 0 0,1 0 0,-1 0 0,1 0 0,-1-1 0,1 1 0,-1 0 0,1 0 0,-2 0 0,0-1 0,-23-7 0,24 8 0,0-1 0,1 1 0,-1 0 0,0 0 0,0-1 0,0 1 0,1-1 0,-1 1 0,0-1 0,1 1 0,-1-1 0,0 1 0,1-1 0,-1 1 0,0-1 0,1 0 0,-1 1 0,1-1 0,0 0 0,-1 0 0,1 1 0,-1-2 0,2 0 0,0 1 0,0 0 0,0 0 0,1 1 0,-1-1 0,0 0 0,1 0 0,-1 1 0,0-1 0,1 0 0,-1 1 0,3-1 0,18-9 0,-22 10 0,0 0 0,0 0 0,0-1 0,1 1 0,-1 0 0,0 0 0,0-1 0,0 1 0,1 0 0,-1 0 0,0-1 0,0 1 0,0 0 0,0-1 0,0 1 0,0 0 0,0 0 0,0-1 0,1 1 0,-1 0 0,0-1 0,0 1 0,-1 0 0,1-1 0,0 1 0,0 0 0,0-1 0,0 1 0,0 0 0,0 0 0,0-1 0,0 1 0,-1 0 0,1-1 0,0 1 0,0 0 0,0 0 0,0-1 0,-1 1 0,1 0 0,0 0 0,0 0 0,-1-1 0,1 1 0,0 0 0,-1 0 0,1 0 0,0 0 0,0 0 0,-1-1 0,1 1 0,0 0 0,-1 0 0,-1-1 0,1 0 0,-1 1 0,1-1 0,-1 0 0,1 1 0,-1-1 0,0 1 0,1-1 0,-1 1 0,0 0 0,1 0 0,-1 0 0,-2 0 0,21-2 0,-16 2 0,-1 0 0,1 0 0,0 0 0,0-1 0,0 1 0,-1 0 0,1-1 0,0 1 0,0 0 0,-1-1 0,1 1 0,0-1 0,-1 1 0,1-1 0,1-1 0,-2 2 0,0 0 0,0 0 0,0-1 0,0 1 0,0 0 0,0-1 0,0 1 0,0 0 0,0 0 0,0-1 0,0 1 0,0 0 0,0 0 0,0-1 0,0 1 0,0 0 0,0 0 0,0-1 0,0 1 0,0 0 0,0 0 0,0-1 0,0 1 0,-1 0 0,1 0 0,0-1 0,0 1 0,0 0 0,-1 0 0,1-1 0,-1 1 0,1-1 0,-1 1 0,0 0 0,1-1 0,-1 1 0,0 0 0,1-1 0,-1 1 0,0 0 0,0 0 0,1 0 0,-1-1 0,0 1 0,0 0 0,0 0 0,1 0 0,-1 0 0,0 1 0,0-1 0,1 0 0,-1 0 0,0 0 0,0 1 0,1-1 0,-1 0 0,0 1 0,0-1 0,1 0 0,-1 1 0,0 0 0,1-1 3,0 0-1,0 1 1,-1-1-1,1 0 1,0 0 0,0 0-1,0 1 1,0-1-1,0 0 1,0 0-1,0 1 1,0-1-1,1 0 1,-1 0-1,0 0 1,0 1 0,0-1-1,0 0 1,0 0-1,0 0 1,0 1-1,0-1 1,0 0-1,1 0 1,-1 0-1,0 0 1,0 1 0,0-1-1,0 0 1,1 0-1,-1 0 1,0 0-1,0 0 1,0 0-1,1 0 1,-1 1-1,0-1 1,0 0 0,0 0-1,1 0 1,-1 0-1,0 0 1,0 0-1,1 0 1,-1 0-1,0 0 1,12 3-1488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10:00.2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24558,'0'58'0,"327"-58"0,-654-58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10:03.4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257 34 24575,'-1'3'0,"1"1"0,-1-1 0,0 1 0,0-1 0,0 1 0,0-1 0,-3 5 0,3-6 0,-1 0 0,1 1 0,0-1 0,0 0 0,1 1 0,-1-1 0,0 1 0,1-1 0,-1 1 0,1-1 0,0 1 0,0-1 0,0 1 0,0-1 0,0 1 0,1-1 0,0 3 0,-1-4 0,0-1 0,0 0 0,0 1 0,0-1 0,0 0 0,1 1 0,-1-1 0,0 0 0,0 0 0,0 1 0,1-1 0,-1 0 0,0 0 0,0 1 0,0-1 0,1 0 0,-1 0 0,0 0 0,1 0 0,-1 1 0,0-1 0,0 0 0,1 0 0,-1 0 0,0 0 0,1 0 0,-1 0 0,0 0 0,1 0 0,-1 0 0,0 0 0,1 0 0,-1 0 0,0 0 0,1 0 0,11-8 0,4-17 0,-13 19 0,-1 1 0,-1-1 0,1 0 0,-1 1 0,0-1 0,0 0 0,-1 0 0,0 0 0,0-9 0,-2 16 0,0 0 0,0 0 0,1 1 0,-1-1 0,0 1 0,1 0 0,0-1 0,-1 1 0,1 0 0,-2 4 0,0 0 0,1 0 0,0 0 0,0 1 0,1-1 0,0 1 0,0-1 0,1 1 0,-1-1 0,1 1 0,1 7 0,-1-15 0,0 1 0,0 0 0,0 0 0,0 0 0,0 0 0,0 0 0,0 0 0,1 0 0,-1 0 0,0 0 0,0 0 0,0 0 0,0 0 0,0 0 0,0 0 0,0 0 0,0 0 0,0 0 0,0 0 0,0 0 0,0 0 0,0 0 0,0 0 0,0 0 0,0 0 0,0-1 0,0 1 0,0 0 0,0 0 0,0 0 0,1 0 0,-1 0 0,0 0 0,0 0 0,0 0 0,0 0 0,0 0 0,0 0 0,0 0 0,0 1 0,0-1 0,0 0 0,0 0 0,0 0 0,0 0 0,0 0 0,0 0 0,0 0 0,0 0 0,0 0 0,0 0 0,1 0 0,-1 0 0,0 0 0,0 0 0,0 0 0,0 0 0,0 0 0,0 0 0,0 0 0,0 0 0,0 0 0,0 0 0,0 1 0,3-10 0,0-8 0,-3 13 0,0-5 0,0 0 0,-1-1 0,-2-9 0,3 16 0,-1 1 0,1-1 0,-1 1 0,0-1 0,0 1 0,0 0 0,-1-1 0,1 1 0,0 0 0,-1 0 0,0 0 0,1 0 0,-1 0 0,0 0 0,0 0 0,-3-1 0,5 3 0,-1-1 0,0 1 0,0 0 0,1 0 0,-1 0 0,0 0 0,1 0 0,-1 0 0,0 0 0,1 0 0,-1 1 0,0-1 0,0 0 0,1 0 0,-1 0 0,0 1 0,1-1 0,-1 0 0,1 1 0,-1-1 0,0 1 0,1-1 0,-1 1 0,1-1 0,-1 1 0,1-1 0,0 1 0,-1-1 0,1 1 0,-1 0 0,1-1 0,-1 2 0,-15 27 0,11-21 0,4-4 0,-1-1 0,0 1 0,1 0 0,-1 0 0,1 0 0,0 1 0,1-1 0,-1 0 0,1 0 0,-1 0 0,1 1 0,1-1 0,-1 0 0,2 8 0,-2-13 0,1 1 0,-1 0 0,1 0 0,-1 0 0,0-1 0,1 1 0,-1 0 0,0-1 0,1 1 0,-1 0 0,0-1 0,1 1 0,-1 0 0,0-1 0,0 1 0,1-1 0,-1 1 0,0 0 0,0-1 0,0 1 0,1-1 0,-1 1 0,0-1 0,0 1 0,0-1 0,0 1 0,0-1 0,6-19 0,-6 16 0,0 0 0,1 1 0,-1-1 0,0 1 0,0-1 0,0 1 0,0-1 0,-1 1 0,1-1 0,-1 1 0,0 0 0,0-1 0,0 1 0,-4-6 0,5 10 0,-1-1 0,1 0 0,-1 0 0,1 0 0,-1 1 0,1-1 0,-1 0 0,1 0 0,0 1 0,-1-1 0,1 1 0,-1-1 0,1 0 0,0 1 0,-1-1 0,1 1 0,0-1 0,-1 1 0,1-1 0,0 1 0,0-1 0,-1 1 0,1-1 0,0 1 0,0-1 0,0 1 0,0 0 0,-8 19 0,8-20 0,-21 71 0,16-54 0,4-18 0,0-10 0,0 0 0,-1 0 0,0 0 0,-1 0 0,0 0 0,-1 1 0,0-1 0,-11-18 0,8 14 0,7 14 0,0 1 0,-1-1 0,1 0 0,0 1 0,-1-1 0,1 1 0,0-1 0,-1 0 0,1 1 0,-1-1 0,1 1 0,-1-1 0,1 1 0,-1 0 0,1-1 0,-1 1 0,1 0 0,-2-1 0,-6 5 0,-2 19 0,8-13 0,-3 13 0,2 1 0,-2 41 0,-4-142 0,9 76 0,0 1 0,0 0 0,0-1 0,0 1 0,0-1 0,0 1 0,0 0 0,0-1 0,0 1 0,0 0 0,0-1 0,0 1 0,0-1 0,0 1 0,0 0 0,-1-1 0,1 1 0,0 0 0,0-1 0,0 1 0,-1 0 0,1-1 0,0 1 0,0 0 0,-1 0 0,1-1 0,0 1 0,0 0 0,-1 0 0,1-1 0,0 1 0,-1 0 0,1 0 0,-9 9 0,-4 19 0,9-15 0,1-4 0,0 0 0,1 0 0,0 1 0,1-1 0,-1 14 0,2-78 0,-1-5 0,1 42 0,-1 15 0,0 5 0,-2 19 0,0 32 0,3-22 0,0-24 0,0-8 0,0-54-1365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10:05.1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 1 24575,'5'70'0,"-4"-42"0,-1-22 0,-1-21 0,0 4 0,1 4 0,-1 1 0,0-1 0,0 0 0,-2-8 0,1 67 0,1-21-1365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10:11.1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50 70 24575,'0'0'0,"-1"0"0,1 0 0,-1 0 0,0 0 0,1 0 0,-1 0 0,1-1 0,-1 1 0,1 0 0,-1 0 0,0 0 0,1-1 0,-1 1 0,1 0 0,-1-1 0,1 1 0,-1 0 0,1-1 0,-1 1 0,1-1 0,0 1 0,-1 0 0,1-1 0,0 1 0,-1-1 0,1 1 0,0-1 0,-1 0 0,1 1 0,0-2 0,-2-20 0,3 20 0,-1 0 0,0 1 0,0-1 0,0 0 0,0 1 0,0-1 0,-1 0 0,1 1 0,0-1 0,-1 0 0,1 1 0,-1-1 0,0 1 0,0-2 0,0 2 0,0-1 0,0 1 0,-1 1 0,1-1 0,0 0 0,-1 0 0,1 0 0,0 1 0,-1-1 0,1 1 0,-3-2 0,3 2 0,1 0 0,-1 0 0,1 0 0,0 0 0,-1 0 0,1 0 0,-1 0 0,1 0 0,0 1 0,-1-1 0,1 0 0,-1 0 0,1 0 0,0 0 0,-1 0 0,1 1 0,0-1 0,-1 0 0,1 0 0,0 1 0,0-1 0,-1 0 0,1 1 0,0-1 0,0 0 0,-1 0 0,1 1 0,0-1 0,0 1 0,0-1 0,-1 0 0,1 1 0,0-1 0,0 0 0,0 1 0,0-1 0,0 1 0,0-1 0,0 0 0,0 1 0,0-1 0,0 1 0,0 0 0,-1 52 0,3 67 0,7-98 0,-1-4 0,-5-33 0,-1-15 0,-3 14 0,1 11 0,-1-1 0,1 0 0,0 0 0,0 1 0,1-1 0,0 0 0,0 1 0,0-1 0,0 0 0,1 1 0,3-8 0,-1 14 0,-1 8 0,3 15 0,-5-20 0,2 17 0,0 0 0,-2 1 0,-1 32 0,0-22 0,0-24 0,1 16 0,-1-23 0,0 0 0,0-1 0,0 1 0,0 0 0,0 0 0,-1 0 0,1-1 0,0 1 0,0 0 0,0-1 0,-1 1 0,1 0 0,0 0 0,-1-1 0,1 1 0,0 0 0,-1-1 0,1 1 0,-1-1 0,1 1 0,-1 0 0,0-1 0,1 0 0,-1 0 0,1 0 0,-1 0 0,1 0 0,-1 0 0,1 0 0,-1-1 0,1 1 0,-1 0 0,1 0 0,-1 0 0,1-1 0,0 1 0,-1 0 0,1-1 0,-1 1 0,1 0 0,0-1 0,-1 1 0,1 0 0,0-1 0,-1 1 0,1-1 0,0 1 0,0 0 0,0-1 0,-1 1 0,1-1 0,-9-20 0,4 10 0,4 9 0,0-1 0,-1 1 0,1-1 0,0 1 0,0-1 0,1 1 0,-1-1 0,0 0 0,1 1 0,0-1 0,-1 0 0,1 0 0,1-4 0,-2 14 0,1 1 0,1 0 0,-1 0 0,1-1 0,1 1 0,-1-1 0,5 12 0,-5-18 0,-1-1 0,1 1 0,0 0 0,0 0 0,-1-1 0,1 1 0,0-1 0,0 1 0,0-1 0,0 1 0,0-1 0,0 0 0,0 1 0,0-1 0,0 0 0,0 0 0,0 1 0,0-1 0,0 0 0,0 0 0,0 0 0,0 0 0,0-1 0,0 1 0,0 0 0,0 0 0,1-1 0,0 1 0,0-1 0,0 1 0,0-1 0,0 0 0,0 1 0,0-1 0,0 0 0,0 0 0,0 0 0,-1 0 0,1-1 0,2-1 0,10-16 0,-10 14 0,0 0 0,0-1 0,0 1 0,2-7 0,6-27 0,-6 13 0,-2 19 0,8-20 0,-13 17 0,1 10 0,-1 0 0,1 0 0,-1 0 0,0-1 0,1 1 0,-1 0 0,1 0 0,-1 0 0,1 0 0,-1 0 0,1 0 0,-1 0 0,0 0 0,1 0 0,-1 0 0,1 0 0,-1 1 0,1-1 0,-1 0 0,0 1 0,-13 7 0,14-7 0,-1 0 0,0 0 0,0 0 0,0-1 0,0 1 0,0 0 0,0-1 0,0 1 0,-1-1 0,1 1 0,0-1 0,0 1 0,0-1 0,-1 0 0,-1 1 0,2-1 0,0 0 0,0 0 0,0 0 0,1 0 0,-1 0 0,0 0 0,0 1 0,0-1 0,0 0 0,0 1 0,0-1 0,0 1 0,0-1 0,1 1 0,-1-1 0,0 1 0,0 0 0,0-1 0,1 1 0,-1 0 0,1-1 0,-1 1 0,0 1 0,1-2 0,0 1 0,0-1 0,0 0 0,0 0 0,0 0 0,0 1 0,0-1 0,0 0 0,0 0 0,0 0 0,0 0 0,0 1 0,0-1 0,0 0 0,0 0 0,0 0 0,0 0 0,0 1 0,0-1 0,1 0 0,-1 0 0,0 0 0,0 0 0,0 0 0,0 1 0,0-1 0,0 0 0,1 0 0,-1 0 0,0 0 0,0 0 0,0 0 0,0 0 0,1 0 0,-1 0 0,0 0 0,15-1 0,-3-3-227,0 1-1,1 0 1,-1 1-1,1 0 1,16 0-1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10:12.5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88 6 24575,'-22'1'-74,"17"-1"-55,-1 1 0,0-1-1,1 1 1,-1-2 0,0 1 0,1-1 0,-1 1 0,1-2 0,-11-2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10:13.6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44 24575,'28'1'0,"-19"0"0,1-1 0,0 0 0,0 0 0,15-3 0,-23 2 0,-1 1 0,1-1 0,0 0 0,0 0 1,-1 0-1,1 0 0,-1 0 0,1-1 0,-1 1 0,1 0 0,-1-1 0,0 1 0,1-1 0,-1 1 0,0-1 0,0 0 0,0 0 0,0 1 0,0-3 0,8-11-1366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10:14.6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24575,'4'80'-1365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10:22.6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89 341 24575,'0'1'0,"0"1"0,-1-1 0,1 1 0,0 0 0,1-1 0,-1 1 0,0-1 0,0 1 0,1-1 0,-1 1 0,1-1 0,-1 1 0,1-1 0,0 1 0,-1-1 0,1 0 0,0 1 0,2 1 0,-1-2 0,0 0 0,-1 0 0,1-1 0,0 1 0,0-1 0,1 1 0,-1-1 0,0 1 0,0-1 0,0 0 0,0 0 0,0 0 0,3-1 0,-1 1 0,23-3 0,-27 3 0,0 0 0,0 0 0,0 0 0,0 0 0,0 0 0,0 0 0,1 0 0,-1 0 0,0 0 0,0-1 0,0 1 0,0 0 0,0 0 0,0 0 0,0 0 0,0 0 0,1 0 0,-1-1 0,0 1 0,0 0 0,0 0 0,0 0 0,0 0 0,0 0 0,0 0 0,0-1 0,0 1 0,0 0 0,0 0 0,0 0 0,0 0 0,0-1 0,0 1 0,0 0 0,0 0 0,0 0 0,0 0 0,0 0 0,0 0 0,0-1 0,-1 1 0,1 0 0,0 0 0,0 0 0,0 0 0,-13-11 0,7 9 0,1 0 0,-1-1 0,1 2 0,-9-3 0,-17-5 0,71-15 0,-32 19 0,2-3 0,-10 8 0,-1-1 0,1 1 0,-1 0 0,1-1 0,-1 1 0,1 0 0,-1 0 0,1-1 0,-1 1 0,1 0 0,-1 0 0,1 0 0,-1 0 0,1 0 0,-1 0 0,0-1 0,1 1 0,-1 1 0,1-1 0,-1 0 0,1 0 0,-1 0 0,1 0 0,-2 0 0,-8 0 0,0 0 0,1 1 0,-1 0 0,0 0 0,0 1 0,1 0 0,-1 1 0,1 0 0,-18 8 0,38-10 0,9-4 0,7-7 0,-15 6 0,-1-1 0,17-9 0,-8 6 0,-17 8 0,-1 0 0,0-1 0,0 0 0,1 1 0,-1-1 0,0 0 0,0 0 0,0 0 0,0-1 0,0 1 0,0 0 0,0-1 0,0 1 0,-1-1 0,1 0 0,-1 1 0,3-4 0,-36 4 0,14 2 0,0 1 0,-24 6 0,48-10 0,0 0 0,0-1 0,0 1 0,-1-1 0,0 0 0,8-7 0,-13 9 0,-4 2 0,-11 4 0,7-1 0,5-4 0,1 0 0,-1 1 0,0-1 0,1 1 0,-1 0 0,1 0 0,-1 0 0,1 0 0,0 1 0,-1-1 0,1 1 0,0-1 0,0 1 0,-3 2 0,6-3 0,-1-1 0,0 0 0,1 1 0,-1-1 0,1 1 0,-1-1 0,0 0 0,1 0 0,-1 1 0,1-1 0,-1 0 0,1 0 0,-1 1 0,1-1 0,-1 0 0,1 0 0,0 0 0,-1 0 0,1 0 0,-1 0 0,1 0 0,-1 0 0,1 0 0,-1 0 0,1 0 0,-1 0 0,1 0 0,0-1 0,20-1 0,-15 1 0,0-1 0,0 0 0,0 0 0,0 0 0,0-1 0,0 0 0,0 0 0,-1-1 0,0 0 0,0 1 0,10-11 0,-15 14 0,0 0 0,0 0 0,0 0 0,0 0 0,0 0 0,0 0 0,0 0 0,0 0 0,0 0 0,0 0 0,0 0 0,0 0 0,0 0 0,0-1 0,0 1 0,0 0 0,0 0 0,0 0 0,0 0 0,0 0 0,0 0 0,0 0 0,0 0 0,0 0 0,0 0 0,0 0 0,0 0 0,0-1 0,0 1 0,0 0 0,0 0 0,0 0 0,0 0 0,-1 0 0,1 0 0,0 0 0,0 0 0,0 0 0,0 0 0,0 0 0,0 0 0,0 0 0,0 0 0,0 0 0,0 0 0,0 0 0,0 0 0,0 0 0,-1 0 0,1 0 0,0 0 0,0 0 0,0 0 0,0 0 0,0 0 0,0 0 0,0 0 0,0 0 0,0 0 0,0 0 0,-1 0 0,-8 1 0,-8 4 0,6 1 0,0-1 0,-23 9 0,62-37 0,-17 13 0,-8 8 0,16-17 0,-19 19 0,0-1 0,1 1 0,-1 0 0,0-1 0,0 1 0,0-1 0,1 1 0,-1-1 0,0 1 0,0-1 0,0 1 0,0-1 0,0 1 0,0 0 0,0-1 0,0 1 0,0-1 0,0 1 0,0-1 0,0 1 0,-1-1 0,1 1 0,0-1 0,0 1 0,0 0 0,-1-1 0,1 1 0,0-1 0,0 1 0,-1 0 0,1-1 0,0 1 0,-1 0 0,1-1 0,0 1 0,-1 0 0,1 0 0,-1-1 0,1 1 0,0 0 0,-1 0 0,1 0 0,-1-1 0,1 1 0,-1 0 0,1 0 0,-1 0 0,1 0 0,-1 0 0,1 0 0,-1 0 0,1 0 0,-1 0 0,15 12 0,-8-10 0,-12-15 0,28 30 0,-12-14 0,-10-3 0,0-1 0,0 1 0,0-1 0,0 1 0,0-1 0,0 1 0,0-1 0,0 1 0,0-1 0,0 1 0,0-1 0,0 1 0,0 0 0,-1-1 0,1 1 0,0-1 0,0 1 0,0-1 0,-1 1 0,1 0 0,0-1 0,-1 1 0,1-1 0,0 1 0,-1-1 0,-12-15 0,9 9 0,21 14 0,-17-7 0,0 0 0,0 1 0,0-1 0,0 0 0,1 0 0,-1 0 0,0 0 0,0 0 0,0 0 0,0 0 0,0 0 0,0 0 0,1 0 0,-1 0 0,0 1 0,0-1 0,0 0 0,0 0 0,0 0 0,1 0 0,-1 0 0,0 0 0,0 0 0,0 0 0,0 0 0,0 0 0,1 0 0,-1 0 0,0-1 0,0 1 0,0 0 0,0 0 0,0 0 0,1 0 0,-1 0 0,0 0 0,0 0 0,0 0 0,0 0 0,0 0 0,0 0 0,0-1 0,1 1 0,-1 0 0,0 0 0,0 0 0,0 0 0,0 0 0,0-1 0,0 1 0,0 0 0,0 0 0,0 0 0,0 0 0,0-1 0,-4-10 0,3 9 0,1 1 0,-1 0 0,0 0 0,0 0 0,1 0 0,-1 0 0,0 0 0,0 0 0,0 0 0,0 0 0,0 0 0,0 0 0,0 1 0,-1-1 0,1 0 0,0 1 0,0-1 0,-1 1 0,-1-1 0,5 3 0,0 0 0,0 0 0,0 0 0,0 0 0,0 0 0,-1 1 0,1-1 0,1 3 0,1 2 0,12 7 0,-10-11 0,-10-10 0,-4-1 0,0 0 0,0 1 0,-15-10 0,4 3 0,16 11 0,-1 0 0,1 0 0,0-1 0,0 1 0,0-1 0,-4-6 0,28 27 0,-6-7 0,-5 0 0,-8-7 0,0-1 0,0 0 0,1 0 0,-1 0 0,0 0 0,1 0 0,4 2 0,-28-31 0,14 17 0,4 8 0,1 0 0,0 0 0,0-1 0,1 1 0,-1-1 0,0 1 0,1-1 0,0 0 0,-1 0 0,1 1 0,0-1 0,1 0 0,-2-6 0,2 9 0,0 0 0,0-1 0,0 1 0,0 0 0,0 0 0,1-1 0,-1 1 0,0 0 0,0 0 0,0-1 0,0 1 0,1 0 0,-1 0 0,0 0 0,0-1 0,0 1 0,1 0 0,-1 0 0,0 0 0,0 0 0,1-1 0,-1 1 0,0 0 0,0 0 0,1 0 0,-1 0 0,0 0 0,1 0 0,-1 0 0,0 0 0,0 0 0,1 0 0,-1 0 0,0 0 0,1 0 0,-1 0 0,0 0 0,0 0 0,1 0 0,-1 0 0,0 0 0,1 1 0,-1-1 0,0 0 0,0 0 0,1 0 0,-1 1 0,16 9 0,-12-7 0,-11-12 0,-10-4 0,10 8 0,8 8 0,19 9 0,-17-11 0,-13-10 0,-52-31 0,134 62 0,-80-24 0,7 2 0,0-1 0,-1 1 0,1 0 0,0-1 0,0 1 0,0-1 0,-1 1 0,1-1 0,0 0 0,0 1 0,-2-3 0,-7-5 0,7 6 0,0 0 0,0 0 0,1 0 0,-1 0 0,1-1 0,0 1 0,-1-1 0,1 1 0,0-1 0,-2-5 0,28 25 0,7 5 0,-21-14 0,-18-14 0,6 4 0,0 1 0,0-1 0,0 1 0,0 0 0,0 0 0,0 0 0,0 0 0,0 0 0,0 0 0,0 1 0,-1-1 0,1 1 0,-4-1 0,6 1 0,-1 0 0,1 0 0,0 0 0,-1 1 0,1-1 0,-1 0 0,1 0 0,0 0 0,-1 0 0,1 1 0,0-1 0,-1 0 0,1 1 0,0-1 0,-1 0 0,1 0 0,0 1 0,0-1 0,-1 0 0,1 1 0,0-1 0,0 1 0,0-1 0,0 0 0,-1 1 0,1 0 0,2 20 0,54 142 0,-56-162 0,0-1 0,0 0 0,0 0 0,0 0 0,0 0 0,0 0 0,0 0 0,0 0 0,0 0 0,0 0 0,0 0 0,-1 0 0,1 0 0,0 0 0,0 0 0,0 0 0,0 0 0,0 0 0,0 0 0,0 0 0,0 0 0,0 0 0,0 0 0,0 0 0,0 0 0,0 0 0,0 0 0,0 0 0,0 1 0,0-1 0,0 0 0,-1 0 0,1 0 0,0 0 0,0 0 0,0 0 0,0 0 0,0 0 0,0 0 0,0 0 0,0 0 0,0 0 0,0 0 0,0 0 0,0 0 0,0 0 0,0 0 0,0 0 0,0 1 0,0-1 0,0 0 0,0 0 0,0 0 0,0 0 0,0 0 0,0 0 0,0 0 0,0 0 0,0 0 0,0 0 0,0 0 0,0 0 0,0 0 0,0 0 0,0 0 0,1 0 0,-9-4 0,-5-9 0,-25-62 0,38 75 0,0 0 0,0 0 0,0-1 0,0 1 0,0 0 0,0 0 0,-1 0 0,1-1 0,0 1 0,0 0 0,0 0 0,0 0 0,-1 0 0,1 0 0,0 0 0,0 0 0,0-1 0,-1 1 0,1 0 0,0 0 0,0 0 0,-1 0 0,1 0 0,0 0 0,0 0 0,0 0 0,-1 0 0,1 0 0,0 0 0,0 0 0,-1 0 0,1 0 0,0 0 0,0 1 0,0-1 0,-1 0 0,-7 8 0,-3 12 0,-1 6 0,10-23 0,0 1 0,0-1 0,1 1 0,-1-1 0,1 1 0,0 0 0,0 0 0,-1 7 0,-2 19 0,4-25 0,3-22 0,-1-7 0,-2 19 0,1-1 0,-1 1 0,1 0 0,0-1 0,3-9 0,-4 20 0,-1-1 0,1 1 0,0 0 0,0-1 0,1 9 0,0 4 0,-5 78 0,4-110 0,-1-3 0,1 0 0,1 0 0,4-22 0,-4 46 0,-2-5 0,1-1 0,0 1 0,-1-1 0,1 1 0,0-1 0,-1 1 0,1-1 0,-1 0 0,1 1 0,-1-1 0,1 1 0,-1-1 0,1 0 0,-1 1 0,1-1 0,-1 0 0,1 0 0,-1 0 0,0 1 0,1-1 0,-1 0 0,1 0 0,-1 0 0,0 0 0,0 0 0,-35 4-1365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10:26.0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209 91 24575,'7'-1'0,"-14"-1"0,-15 0 0,-20 6 0,-75-3 0,90-6 0,27 5 0,0 0 0,0 0 0,0 0 0,0 0 0,0 0 0,0 0 0,0-1 0,0 1 0,0 0 0,1 0 0,-1 0 0,0 0 0,0 0 0,0 0 0,0 0 0,0 0 0,0 0 0,0 0 0,0 0 0,0 0 0,0 0 0,0 0 0,0 0 0,0 0 0,0 0 0,0 0 0,0 0 0,0 0 0,0 0 0,0 0 0,0 0 0,0-1 0,0 1 0,0 0 0,0 0 0,0 0 0,0 0 0,0 0 0,0 0 0,0 0 0,0 0 0,0 0 0,0 0 0,0 0 0,0 0 0,0 0 0,0 0 0,0 0 0,0-1 0,0 1 0,0 0 0,0 0 0,0 0 0,0 0 0,0 0 0,0 0 0,0 0 0,0 0 0,0 0 0,0 0 0,17-1 0,98-4 0,-89 3 0,-22 2 0,-16 1 0,11-1 0,1 1 0,0-1 0,-1 0 0,1 0 0,0 0 0,-1 0 0,1 0 0,0 0 0,-1 0 0,1 0 0,0-1 0,-1 1 0,1 0 0,0 0 0,-1 0 0,1 0 0,0 0 0,-1 0 0,1-1 0,0 1 0,-1 0 0,1 0 0,0-1 0,0 1 0,0 0 0,-1 0 0,1-1 0,0 1 0,0 0 0,0 0 0,-1-1 0,1 1 0,0 0 0,0-1 0,0 1 0,2-16 0,13-11 0,-15 27 0,0 0 0,0 0 0,1 0 0,-1-1 0,0 1 0,0 0 0,0 0 0,0 0 0,0 0 0,0 0 0,0 0 0,0 0 0,1-1 0,-1 1 0,0 0 0,0 0 0,0 0 0,0 0 0,0 0 0,0-1 0,0 1 0,0 0 0,0 0 0,0 0 0,0 0 0,0 0 0,0-1 0,0 1 0,0 0 0,0 0 0,0 0 0,0 0 0,0-1 0,0 1 0,0 0 0,-1 0 0,1 0 0,0 0 0,0 0 0,0 0 0,0-1 0,0 1 0,-9-2 0,-18 3 0,18 0 0,20-5 0,8-3 0,-17 5 0,0 1 0,1 0 0,-1 0 0,1 0 0,-1 0 0,1 0 0,0 0 0,-1 1 0,1-1 0,0 1 0,0 0 0,3 0 0,3 7 0,-9-6 0,1 0 0,-1 0 0,1 0 0,0 0 0,-1-1 0,1 1 0,0 0 0,-1-1 0,1 1 0,0-1 0,0 1 0,0 0 0,0-1 0,0 0 0,1 1 0,8 2 0,-3-1 0,-1-1 0,1 0 0,-1 1 0,1-2 0,-1 1 0,1-1 0,0 0 0,8-2 0,-66 0 0,20 2 0,29 0 0,4 0 0,15 0 0,35 0-1365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00:10:28.0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44 24575,'2'0'0,"0"0"0,-1 1 0,1-1 0,0 0 0,0 1 0,0 0 0,0-1 0,0 1 0,-1 0 0,1 0 0,0 0 0,-1 0 0,1 0 0,0 0 0,-1 0 0,0 1 0,1-1 0,-1 1 0,0-1 0,0 1 0,2 2 0,-1-2 0,-1 0 0,1 0 0,-1 0 0,1 0 0,0 0 0,0 0 0,0-1 0,0 1 0,0-1 0,0 1 0,3 0 0,-5-2 0,0 0 0,0 0 0,0 0 0,0 0 0,0 0 0,0 0 0,0 0 0,1 0 0,-1 0 0,0 0 0,0 0 0,0 0 0,0 0 0,0 1 0,0-1 0,0 0 0,0 0 0,0 0 0,0 0 0,0 0 0,0 0 0,1-1 0,-1 1 0,0 0 0,0 0 0,0 0 0,0 0 0,0 0 0,0 0 0,0 0 0,0 0 0,0 0 0,0 0 0,0 0 0,0 0 0,0 0 0,0 0 0,1 0 0,-1 0 0,0 0 0,0 0 0,0 0 0,0 0 0,0 0 0,0-1 0,0 1 0,0 0 0,0 0 0,0 0 0,0 0 0,0 0 0,0 0 0,0 0 0,0 0 0,0 0 0,0 0 0,0 0 0,0 0 0,0-1 0,0 1 0,0 0 0,0 0 0,0 0 0,-3-8 0,-6-5 0,-26-45 0,35 58 0,0 0 0,-1 0 0,1 0 0,0 0 0,0-1 0,0 1 0,0 0 0,0 0 0,0 0 0,0 0 0,0 0 0,0 0 0,-1-1 0,1 1 0,0 0 0,0 0 0,0 0 0,0 0 0,0 0 0,0 0 0,0-1 0,0 1 0,0 0 0,0 0 0,0 0 0,0 0 0,0-1 0,0 1 0,0 0 0,0 0 0,0 0 0,0 0 0,0 0 0,1 0 0,-1-1 0,0 1 0,0 0 0,0 0 0,0 0 0,0 0 0,0 0 0,0 0 0,0 0 0,1-1 0,8 0 0,18 4 0,-19-2 0,0-1-1365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925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7243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12/16/2025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12/16/2025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12/16/2025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4.jpe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3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7.xml"/><Relationship Id="rId21" Type="http://schemas.openxmlformats.org/officeDocument/2006/relationships/customXml" Target="../ink/ink10.xml"/><Relationship Id="rId42" Type="http://schemas.openxmlformats.org/officeDocument/2006/relationships/image" Target="../media/image25.png"/><Relationship Id="rId47" Type="http://schemas.openxmlformats.org/officeDocument/2006/relationships/customXml" Target="../ink/ink23.xml"/><Relationship Id="rId63" Type="http://schemas.openxmlformats.org/officeDocument/2006/relationships/customXml" Target="../ink/ink34.xml"/><Relationship Id="rId68" Type="http://schemas.openxmlformats.org/officeDocument/2006/relationships/customXml" Target="../ink/ink38.xml"/><Relationship Id="rId84" Type="http://schemas.openxmlformats.org/officeDocument/2006/relationships/image" Target="../media/image37.png"/><Relationship Id="rId89" Type="http://schemas.openxmlformats.org/officeDocument/2006/relationships/customXml" Target="../ink/ink53.xml"/><Relationship Id="rId112" Type="http://schemas.openxmlformats.org/officeDocument/2006/relationships/image" Target="../media/image51.png"/><Relationship Id="rId16" Type="http://schemas.openxmlformats.org/officeDocument/2006/relationships/image" Target="../media/image12.png"/><Relationship Id="rId107" Type="http://schemas.openxmlformats.org/officeDocument/2006/relationships/customXml" Target="../ink/ink62.xml"/><Relationship Id="rId11" Type="http://schemas.openxmlformats.org/officeDocument/2006/relationships/customXml" Target="../ink/ink5.xml"/><Relationship Id="rId32" Type="http://schemas.openxmlformats.org/officeDocument/2006/relationships/image" Target="../media/image20.png"/><Relationship Id="rId37" Type="http://schemas.openxmlformats.org/officeDocument/2006/relationships/customXml" Target="../ink/ink18.xml"/><Relationship Id="rId53" Type="http://schemas.openxmlformats.org/officeDocument/2006/relationships/customXml" Target="../ink/ink28.xml"/><Relationship Id="rId58" Type="http://schemas.openxmlformats.org/officeDocument/2006/relationships/customXml" Target="../ink/ink31.xml"/><Relationship Id="rId74" Type="http://schemas.openxmlformats.org/officeDocument/2006/relationships/customXml" Target="../ink/ink44.xml"/><Relationship Id="rId79" Type="http://schemas.openxmlformats.org/officeDocument/2006/relationships/customXml" Target="../ink/ink48.xml"/><Relationship Id="rId102" Type="http://schemas.openxmlformats.org/officeDocument/2006/relationships/image" Target="../media/image46.png"/><Relationship Id="rId123" Type="http://schemas.openxmlformats.org/officeDocument/2006/relationships/customXml" Target="../ink/ink70.xml"/><Relationship Id="rId128" Type="http://schemas.openxmlformats.org/officeDocument/2006/relationships/image" Target="../media/image59.png"/><Relationship Id="rId5" Type="http://schemas.openxmlformats.org/officeDocument/2006/relationships/customXml" Target="../ink/ink2.xml"/><Relationship Id="rId90" Type="http://schemas.openxmlformats.org/officeDocument/2006/relationships/image" Target="../media/image40.png"/><Relationship Id="rId95" Type="http://schemas.openxmlformats.org/officeDocument/2006/relationships/customXml" Target="../ink/ink56.xml"/><Relationship Id="rId22" Type="http://schemas.openxmlformats.org/officeDocument/2006/relationships/image" Target="../media/image15.png"/><Relationship Id="rId27" Type="http://schemas.openxmlformats.org/officeDocument/2006/relationships/customXml" Target="../ink/ink13.xml"/><Relationship Id="rId43" Type="http://schemas.openxmlformats.org/officeDocument/2006/relationships/customXml" Target="../ink/ink21.xml"/><Relationship Id="rId48" Type="http://schemas.openxmlformats.org/officeDocument/2006/relationships/customXml" Target="../ink/ink24.xml"/><Relationship Id="rId64" Type="http://schemas.openxmlformats.org/officeDocument/2006/relationships/customXml" Target="../ink/ink35.xml"/><Relationship Id="rId69" Type="http://schemas.openxmlformats.org/officeDocument/2006/relationships/customXml" Target="../ink/ink39.xml"/><Relationship Id="rId113" Type="http://schemas.openxmlformats.org/officeDocument/2006/relationships/customXml" Target="../ink/ink65.xml"/><Relationship Id="rId118" Type="http://schemas.openxmlformats.org/officeDocument/2006/relationships/image" Target="../media/image54.png"/><Relationship Id="rId80" Type="http://schemas.openxmlformats.org/officeDocument/2006/relationships/image" Target="../media/image35.png"/><Relationship Id="rId85" Type="http://schemas.openxmlformats.org/officeDocument/2006/relationships/customXml" Target="../ink/ink51.xml"/><Relationship Id="rId12" Type="http://schemas.openxmlformats.org/officeDocument/2006/relationships/image" Target="../media/image10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23.png"/><Relationship Id="rId59" Type="http://schemas.openxmlformats.org/officeDocument/2006/relationships/customXml" Target="../ink/ink32.xml"/><Relationship Id="rId103" Type="http://schemas.openxmlformats.org/officeDocument/2006/relationships/customXml" Target="../ink/ink60.xml"/><Relationship Id="rId108" Type="http://schemas.openxmlformats.org/officeDocument/2006/relationships/image" Target="../media/image49.png"/><Relationship Id="rId124" Type="http://schemas.openxmlformats.org/officeDocument/2006/relationships/image" Target="../media/image57.png"/><Relationship Id="rId129" Type="http://schemas.openxmlformats.org/officeDocument/2006/relationships/customXml" Target="../ink/ink73.xml"/><Relationship Id="rId54" Type="http://schemas.openxmlformats.org/officeDocument/2006/relationships/image" Target="../media/image29.png"/><Relationship Id="rId70" Type="http://schemas.openxmlformats.org/officeDocument/2006/relationships/customXml" Target="../ink/ink40.xml"/><Relationship Id="rId75" Type="http://schemas.openxmlformats.org/officeDocument/2006/relationships/customXml" Target="../ink/ink45.xml"/><Relationship Id="rId91" Type="http://schemas.openxmlformats.org/officeDocument/2006/relationships/customXml" Target="../ink/ink54.xml"/><Relationship Id="rId96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23" Type="http://schemas.openxmlformats.org/officeDocument/2006/relationships/customXml" Target="../ink/ink11.xml"/><Relationship Id="rId28" Type="http://schemas.openxmlformats.org/officeDocument/2006/relationships/image" Target="../media/image18.png"/><Relationship Id="rId49" Type="http://schemas.openxmlformats.org/officeDocument/2006/relationships/customXml" Target="../ink/ink25.xml"/><Relationship Id="rId114" Type="http://schemas.openxmlformats.org/officeDocument/2006/relationships/image" Target="../media/image52.png"/><Relationship Id="rId119" Type="http://schemas.openxmlformats.org/officeDocument/2006/relationships/customXml" Target="../ink/ink68.xml"/><Relationship Id="rId44" Type="http://schemas.openxmlformats.org/officeDocument/2006/relationships/image" Target="../media/image26.png"/><Relationship Id="rId60" Type="http://schemas.openxmlformats.org/officeDocument/2006/relationships/image" Target="../media/image31.png"/><Relationship Id="rId65" Type="http://schemas.openxmlformats.org/officeDocument/2006/relationships/image" Target="../media/image33.png"/><Relationship Id="rId81" Type="http://schemas.openxmlformats.org/officeDocument/2006/relationships/customXml" Target="../ink/ink49.xml"/><Relationship Id="rId86" Type="http://schemas.openxmlformats.org/officeDocument/2006/relationships/image" Target="../media/image38.png"/><Relationship Id="rId130" Type="http://schemas.openxmlformats.org/officeDocument/2006/relationships/image" Target="../media/image60.png"/><Relationship Id="rId13" Type="http://schemas.openxmlformats.org/officeDocument/2006/relationships/customXml" Target="../ink/ink6.xml"/><Relationship Id="rId18" Type="http://schemas.openxmlformats.org/officeDocument/2006/relationships/image" Target="../media/image13.png"/><Relationship Id="rId39" Type="http://schemas.openxmlformats.org/officeDocument/2006/relationships/customXml" Target="../ink/ink19.xml"/><Relationship Id="rId109" Type="http://schemas.openxmlformats.org/officeDocument/2006/relationships/customXml" Target="../ink/ink63.xml"/><Relationship Id="rId34" Type="http://schemas.openxmlformats.org/officeDocument/2006/relationships/image" Target="../media/image21.png"/><Relationship Id="rId50" Type="http://schemas.openxmlformats.org/officeDocument/2006/relationships/customXml" Target="../ink/ink26.xml"/><Relationship Id="rId55" Type="http://schemas.openxmlformats.org/officeDocument/2006/relationships/customXml" Target="../ink/ink29.xml"/><Relationship Id="rId76" Type="http://schemas.openxmlformats.org/officeDocument/2006/relationships/customXml" Target="../ink/ink46.xml"/><Relationship Id="rId97" Type="http://schemas.openxmlformats.org/officeDocument/2006/relationships/customXml" Target="../ink/ink57.xml"/><Relationship Id="rId104" Type="http://schemas.openxmlformats.org/officeDocument/2006/relationships/image" Target="../media/image47.png"/><Relationship Id="rId120" Type="http://schemas.openxmlformats.org/officeDocument/2006/relationships/image" Target="../media/image55.png"/><Relationship Id="rId125" Type="http://schemas.openxmlformats.org/officeDocument/2006/relationships/customXml" Target="../ink/ink71.xml"/><Relationship Id="rId7" Type="http://schemas.openxmlformats.org/officeDocument/2006/relationships/customXml" Target="../ink/ink3.xml"/><Relationship Id="rId71" Type="http://schemas.openxmlformats.org/officeDocument/2006/relationships/customXml" Target="../ink/ink41.xml"/><Relationship Id="rId92" Type="http://schemas.openxmlformats.org/officeDocument/2006/relationships/image" Target="../media/image41.png"/><Relationship Id="rId2" Type="http://schemas.openxmlformats.org/officeDocument/2006/relationships/image" Target="../media/image5.png"/><Relationship Id="rId29" Type="http://schemas.openxmlformats.org/officeDocument/2006/relationships/customXml" Target="../ink/ink14.xml"/><Relationship Id="rId24" Type="http://schemas.openxmlformats.org/officeDocument/2006/relationships/image" Target="../media/image16.png"/><Relationship Id="rId40" Type="http://schemas.openxmlformats.org/officeDocument/2006/relationships/image" Target="../media/image24.png"/><Relationship Id="rId45" Type="http://schemas.openxmlformats.org/officeDocument/2006/relationships/customXml" Target="../ink/ink22.xml"/><Relationship Id="rId66" Type="http://schemas.openxmlformats.org/officeDocument/2006/relationships/customXml" Target="../ink/ink36.xml"/><Relationship Id="rId87" Type="http://schemas.openxmlformats.org/officeDocument/2006/relationships/customXml" Target="../ink/ink52.xml"/><Relationship Id="rId110" Type="http://schemas.openxmlformats.org/officeDocument/2006/relationships/image" Target="../media/image50.png"/><Relationship Id="rId115" Type="http://schemas.openxmlformats.org/officeDocument/2006/relationships/customXml" Target="../ink/ink66.xml"/><Relationship Id="rId61" Type="http://schemas.openxmlformats.org/officeDocument/2006/relationships/customXml" Target="../ink/ink33.xml"/><Relationship Id="rId82" Type="http://schemas.openxmlformats.org/officeDocument/2006/relationships/image" Target="../media/image36.png"/><Relationship Id="rId19" Type="http://schemas.openxmlformats.org/officeDocument/2006/relationships/customXml" Target="../ink/ink9.xml"/><Relationship Id="rId14" Type="http://schemas.openxmlformats.org/officeDocument/2006/relationships/image" Target="../media/image11.png"/><Relationship Id="rId30" Type="http://schemas.openxmlformats.org/officeDocument/2006/relationships/image" Target="../media/image19.png"/><Relationship Id="rId35" Type="http://schemas.openxmlformats.org/officeDocument/2006/relationships/customXml" Target="../ink/ink17.xml"/><Relationship Id="rId56" Type="http://schemas.openxmlformats.org/officeDocument/2006/relationships/image" Target="../media/image30.png"/><Relationship Id="rId77" Type="http://schemas.openxmlformats.org/officeDocument/2006/relationships/customXml" Target="../ink/ink47.xml"/><Relationship Id="rId100" Type="http://schemas.openxmlformats.org/officeDocument/2006/relationships/image" Target="../media/image45.png"/><Relationship Id="rId105" Type="http://schemas.openxmlformats.org/officeDocument/2006/relationships/customXml" Target="../ink/ink61.xml"/><Relationship Id="rId126" Type="http://schemas.openxmlformats.org/officeDocument/2006/relationships/image" Target="../media/image58.png"/><Relationship Id="rId8" Type="http://schemas.openxmlformats.org/officeDocument/2006/relationships/image" Target="../media/image8.png"/><Relationship Id="rId51" Type="http://schemas.openxmlformats.org/officeDocument/2006/relationships/customXml" Target="../ink/ink27.xml"/><Relationship Id="rId72" Type="http://schemas.openxmlformats.org/officeDocument/2006/relationships/customXml" Target="../ink/ink42.xml"/><Relationship Id="rId93" Type="http://schemas.openxmlformats.org/officeDocument/2006/relationships/customXml" Target="../ink/ink55.xml"/><Relationship Id="rId98" Type="http://schemas.openxmlformats.org/officeDocument/2006/relationships/image" Target="../media/image44.png"/><Relationship Id="rId121" Type="http://schemas.openxmlformats.org/officeDocument/2006/relationships/customXml" Target="../ink/ink69.xml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27.png"/><Relationship Id="rId67" Type="http://schemas.openxmlformats.org/officeDocument/2006/relationships/customXml" Target="../ink/ink37.xml"/><Relationship Id="rId116" Type="http://schemas.openxmlformats.org/officeDocument/2006/relationships/image" Target="../media/image53.png"/><Relationship Id="rId20" Type="http://schemas.openxmlformats.org/officeDocument/2006/relationships/image" Target="../media/image14.png"/><Relationship Id="rId41" Type="http://schemas.openxmlformats.org/officeDocument/2006/relationships/customXml" Target="../ink/ink20.xml"/><Relationship Id="rId62" Type="http://schemas.openxmlformats.org/officeDocument/2006/relationships/image" Target="../media/image32.png"/><Relationship Id="rId83" Type="http://schemas.openxmlformats.org/officeDocument/2006/relationships/customXml" Target="../ink/ink50.xml"/><Relationship Id="rId88" Type="http://schemas.openxmlformats.org/officeDocument/2006/relationships/image" Target="../media/image39.png"/><Relationship Id="rId111" Type="http://schemas.openxmlformats.org/officeDocument/2006/relationships/customXml" Target="../ink/ink64.xml"/><Relationship Id="rId15" Type="http://schemas.openxmlformats.org/officeDocument/2006/relationships/customXml" Target="../ink/ink7.xml"/><Relationship Id="rId36" Type="http://schemas.openxmlformats.org/officeDocument/2006/relationships/image" Target="../media/image22.png"/><Relationship Id="rId57" Type="http://schemas.openxmlformats.org/officeDocument/2006/relationships/customXml" Target="../ink/ink30.xml"/><Relationship Id="rId106" Type="http://schemas.openxmlformats.org/officeDocument/2006/relationships/image" Target="../media/image48.png"/><Relationship Id="rId127" Type="http://schemas.openxmlformats.org/officeDocument/2006/relationships/customXml" Target="../ink/ink72.xml"/><Relationship Id="rId10" Type="http://schemas.openxmlformats.org/officeDocument/2006/relationships/image" Target="../media/image9.png"/><Relationship Id="rId31" Type="http://schemas.openxmlformats.org/officeDocument/2006/relationships/customXml" Target="../ink/ink15.xml"/><Relationship Id="rId52" Type="http://schemas.openxmlformats.org/officeDocument/2006/relationships/image" Target="../media/image28.png"/><Relationship Id="rId73" Type="http://schemas.openxmlformats.org/officeDocument/2006/relationships/customXml" Target="../ink/ink43.xml"/><Relationship Id="rId78" Type="http://schemas.openxmlformats.org/officeDocument/2006/relationships/image" Target="../media/image34.png"/><Relationship Id="rId94" Type="http://schemas.openxmlformats.org/officeDocument/2006/relationships/image" Target="../media/image42.png"/><Relationship Id="rId99" Type="http://schemas.openxmlformats.org/officeDocument/2006/relationships/customXml" Target="../ink/ink58.xml"/><Relationship Id="rId101" Type="http://schemas.openxmlformats.org/officeDocument/2006/relationships/customXml" Target="../ink/ink59.xml"/><Relationship Id="rId122" Type="http://schemas.openxmlformats.org/officeDocument/2006/relationships/image" Target="../media/image56.png"/><Relationship Id="rId4" Type="http://schemas.openxmlformats.org/officeDocument/2006/relationships/image" Target="../media/image6.png"/><Relationship Id="rId9" Type="http://schemas.openxmlformats.org/officeDocument/2006/relationships/customXml" Target="../ink/ink4.xml"/><Relationship Id="rId26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4" y="1909346"/>
            <a:ext cx="9907555" cy="3383280"/>
          </a:xfrm>
        </p:spPr>
        <p:txBody>
          <a:bodyPr>
            <a:normAutofit/>
          </a:bodyPr>
          <a:lstStyle/>
          <a:p>
            <a:r>
              <a:rPr lang="en-US" sz="6000" dirty="0"/>
              <a:t>EDES 301</a:t>
            </a:r>
            <a:br>
              <a:rPr lang="en-US" sz="6000" dirty="0"/>
            </a:br>
            <a:br>
              <a:rPr lang="en-US" dirty="0"/>
            </a:br>
            <a:r>
              <a:rPr lang="en-US" sz="6000" dirty="0"/>
              <a:t>PCB Project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1120636"/>
          </a:xfrm>
        </p:spPr>
        <p:txBody>
          <a:bodyPr>
            <a:normAutofit/>
          </a:bodyPr>
          <a:lstStyle/>
          <a:p>
            <a:r>
              <a:rPr lang="en-US" dirty="0"/>
              <a:t>Hamza Saeed</a:t>
            </a:r>
          </a:p>
          <a:p>
            <a:endParaRPr lang="en-US" dirty="0"/>
          </a:p>
          <a:p>
            <a:r>
              <a:rPr lang="en-US" dirty="0"/>
              <a:t>Due 12/16/2025 @ 11:59pm</a:t>
            </a:r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7311E23C-3C90-ECFA-1AB6-671EC051E588}"/>
              </a:ext>
            </a:extLst>
          </p:cNvPr>
          <p:cNvGraphicFramePr/>
          <p:nvPr/>
        </p:nvGraphicFramePr>
        <p:xfrm>
          <a:off x="609600" y="266700"/>
          <a:ext cx="10972800" cy="6477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AE3B4FE8-0987-AFA9-4296-C823FE1CE7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3505200"/>
            <a:ext cx="3415434" cy="1221372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A8102F-C182-2D8E-52C2-086EDFAB651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4351" t="4528" r="4430" b="6070"/>
          <a:stretch>
            <a:fillRect/>
          </a:stretch>
        </p:blipFill>
        <p:spPr>
          <a:xfrm>
            <a:off x="4712001" y="3505199"/>
            <a:ext cx="888699" cy="1221521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  <p:pic>
        <p:nvPicPr>
          <p:cNvPr id="1028" name="Picture 4" descr="hand fist symbol vector design 20301979 Vector Art at Vecteezy">
            <a:extLst>
              <a:ext uri="{FF2B5EF4-FFF2-40B4-BE49-F238E27FC236}">
                <a16:creationId xmlns:a16="http://schemas.microsoft.com/office/drawing/2014/main" id="{933E72AF-F75A-E915-A789-59EA4362D5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5" t="7778" r="28333" b="26224"/>
          <a:stretch>
            <a:fillRect/>
          </a:stretch>
        </p:blipFill>
        <p:spPr bwMode="auto">
          <a:xfrm>
            <a:off x="6456727" y="3505199"/>
            <a:ext cx="873907" cy="1221373"/>
          </a:xfrm>
          <a:prstGeom prst="rect">
            <a:avLst/>
          </a:prstGeom>
          <a:noFill/>
          <a:ln w="19050"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NeuroMaker Hand 2.0 | STEM Coding Robotic Hand | NeuroMaker STEM">
            <a:extLst>
              <a:ext uri="{FF2B5EF4-FFF2-40B4-BE49-F238E27FC236}">
                <a16:creationId xmlns:a16="http://schemas.microsoft.com/office/drawing/2014/main" id="{857DBE06-D45D-E217-3CA8-B38BD56428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46" r="18548"/>
          <a:stretch>
            <a:fillRect/>
          </a:stretch>
        </p:blipFill>
        <p:spPr bwMode="auto">
          <a:xfrm rot="5400000">
            <a:off x="9092415" y="2408171"/>
            <a:ext cx="1221374" cy="3415434"/>
          </a:xfrm>
          <a:prstGeom prst="rect">
            <a:avLst/>
          </a:prstGeom>
          <a:noFill/>
          <a:ln w="19050"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6D6666C-279F-8079-1D31-AC2BF431438C}"/>
              </a:ext>
            </a:extLst>
          </p:cNvPr>
          <p:cNvSpPr txBox="1"/>
          <p:nvPr/>
        </p:nvSpPr>
        <p:spPr>
          <a:xfrm>
            <a:off x="533400" y="6324600"/>
            <a:ext cx="1108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Improvements: 1) CAD modifications for mount ability, weight reduction. 2) Pose control via potentiometers</a:t>
            </a:r>
          </a:p>
        </p:txBody>
      </p:sp>
    </p:spTree>
    <p:extLst>
      <p:ext uri="{BB962C8B-B14F-4D97-AF65-F5344CB8AC3E}">
        <p14:creationId xmlns:p14="http://schemas.microsoft.com/office/powerpoint/2010/main" val="293247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B93E4-AB7E-4F3D-B6C5-4ED4B78FA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Block Diagram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D10449C-2101-F3A1-D764-99B864B2BA5E}"/>
              </a:ext>
            </a:extLst>
          </p:cNvPr>
          <p:cNvSpPr/>
          <p:nvPr/>
        </p:nvSpPr>
        <p:spPr>
          <a:xfrm>
            <a:off x="4914900" y="2171700"/>
            <a:ext cx="2514600" cy="3086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PocketBeagle</a:t>
            </a:r>
            <a:r>
              <a:rPr lang="en-US" sz="2400" b="1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708608-AD7E-81EB-609B-5C309ACDD891}"/>
              </a:ext>
            </a:extLst>
          </p:cNvPr>
          <p:cNvSpPr txBox="1"/>
          <p:nvPr/>
        </p:nvSpPr>
        <p:spPr>
          <a:xfrm>
            <a:off x="5831840" y="481631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I2C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324EB53-8F25-5F78-935D-A2E5B5495526}"/>
              </a:ext>
            </a:extLst>
          </p:cNvPr>
          <p:cNvCxnSpPr>
            <a:cxnSpLocks/>
          </p:cNvCxnSpPr>
          <p:nvPr/>
        </p:nvCxnSpPr>
        <p:spPr>
          <a:xfrm>
            <a:off x="6136640" y="5257800"/>
            <a:ext cx="0" cy="3164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9A8B125-3A4E-6572-E689-D9396F677F90}"/>
              </a:ext>
            </a:extLst>
          </p:cNvPr>
          <p:cNvSpPr/>
          <p:nvPr/>
        </p:nvSpPr>
        <p:spPr>
          <a:xfrm>
            <a:off x="3238504" y="5550932"/>
            <a:ext cx="4190986" cy="4572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Adafruit PCA9685 16-Channel Servo Driver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CC34D5-9990-E80C-CD8E-798A42E40060}"/>
              </a:ext>
            </a:extLst>
          </p:cNvPr>
          <p:cNvSpPr txBox="1"/>
          <p:nvPr/>
        </p:nvSpPr>
        <p:spPr>
          <a:xfrm>
            <a:off x="5067300" y="232410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AIN[0-4]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9AB242-8924-7D0B-509E-B3BE74BD9BC8}"/>
              </a:ext>
            </a:extLst>
          </p:cNvPr>
          <p:cNvCxnSpPr>
            <a:cxnSpLocks/>
          </p:cNvCxnSpPr>
          <p:nvPr/>
        </p:nvCxnSpPr>
        <p:spPr>
          <a:xfrm>
            <a:off x="5410200" y="1855232"/>
            <a:ext cx="0" cy="3164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A0CE60E-67B8-CA30-262A-423CF62F2754}"/>
              </a:ext>
            </a:extLst>
          </p:cNvPr>
          <p:cNvSpPr/>
          <p:nvPr/>
        </p:nvSpPr>
        <p:spPr>
          <a:xfrm>
            <a:off x="3162300" y="1383269"/>
            <a:ext cx="2400297" cy="49529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Five Potentiometers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65A8F59-38DB-4A75-796D-C90415C1EDB7}"/>
              </a:ext>
            </a:extLst>
          </p:cNvPr>
          <p:cNvCxnSpPr>
            <a:cxnSpLocks/>
          </p:cNvCxnSpPr>
          <p:nvPr/>
        </p:nvCxnSpPr>
        <p:spPr>
          <a:xfrm>
            <a:off x="4572000" y="4610100"/>
            <a:ext cx="3429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090B404-3F5A-153E-24CB-7512F3E57543}"/>
              </a:ext>
            </a:extLst>
          </p:cNvPr>
          <p:cNvSpPr/>
          <p:nvPr/>
        </p:nvSpPr>
        <p:spPr>
          <a:xfrm>
            <a:off x="3238505" y="4305300"/>
            <a:ext cx="1333496" cy="4572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Laptop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478B31F-F241-0175-4130-BC0D9CAF929D}"/>
              </a:ext>
            </a:extLst>
          </p:cNvPr>
          <p:cNvCxnSpPr>
            <a:cxnSpLocks/>
          </p:cNvCxnSpPr>
          <p:nvPr/>
        </p:nvCxnSpPr>
        <p:spPr>
          <a:xfrm>
            <a:off x="4572000" y="4457700"/>
            <a:ext cx="3429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0944DFE-EBDF-C22B-17E4-D7624A258F76}"/>
              </a:ext>
            </a:extLst>
          </p:cNvPr>
          <p:cNvSpPr txBox="1"/>
          <p:nvPr/>
        </p:nvSpPr>
        <p:spPr>
          <a:xfrm>
            <a:off x="4895850" y="4349234"/>
            <a:ext cx="102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USB0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8896E9F-8CF6-94A1-8BF6-9F29C893D2BE}"/>
              </a:ext>
            </a:extLst>
          </p:cNvPr>
          <p:cNvCxnSpPr>
            <a:cxnSpLocks/>
            <a:endCxn id="13" idx="3"/>
          </p:cNvCxnSpPr>
          <p:nvPr/>
        </p:nvCxnSpPr>
        <p:spPr>
          <a:xfrm flipH="1">
            <a:off x="7429490" y="5779532"/>
            <a:ext cx="110491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7929478-F42B-5D4E-FB48-3A4EA283B881}"/>
              </a:ext>
            </a:extLst>
          </p:cNvPr>
          <p:cNvCxnSpPr>
            <a:cxnSpLocks/>
          </p:cNvCxnSpPr>
          <p:nvPr/>
        </p:nvCxnSpPr>
        <p:spPr>
          <a:xfrm flipH="1" flipV="1">
            <a:off x="8534389" y="4229100"/>
            <a:ext cx="11" cy="15504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3DCCBBD-FD54-9776-D508-DA503E91CE04}"/>
              </a:ext>
            </a:extLst>
          </p:cNvPr>
          <p:cNvCxnSpPr>
            <a:cxnSpLocks/>
          </p:cNvCxnSpPr>
          <p:nvPr/>
        </p:nvCxnSpPr>
        <p:spPr>
          <a:xfrm>
            <a:off x="8534399" y="4229100"/>
            <a:ext cx="3429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5B65E90-E486-CE42-1879-CF8F08DCE22D}"/>
              </a:ext>
            </a:extLst>
          </p:cNvPr>
          <p:cNvCxnSpPr>
            <a:cxnSpLocks/>
          </p:cNvCxnSpPr>
          <p:nvPr/>
        </p:nvCxnSpPr>
        <p:spPr>
          <a:xfrm>
            <a:off x="8534399" y="4610100"/>
            <a:ext cx="3429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744DBE6-3326-2AD6-9807-911134C990C9}"/>
              </a:ext>
            </a:extLst>
          </p:cNvPr>
          <p:cNvCxnSpPr>
            <a:cxnSpLocks/>
          </p:cNvCxnSpPr>
          <p:nvPr/>
        </p:nvCxnSpPr>
        <p:spPr>
          <a:xfrm>
            <a:off x="8534389" y="4991100"/>
            <a:ext cx="3429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EA009C7-C9D6-6063-DA2B-B9B2B41448CA}"/>
              </a:ext>
            </a:extLst>
          </p:cNvPr>
          <p:cNvCxnSpPr>
            <a:cxnSpLocks/>
          </p:cNvCxnSpPr>
          <p:nvPr/>
        </p:nvCxnSpPr>
        <p:spPr>
          <a:xfrm>
            <a:off x="8534389" y="5372100"/>
            <a:ext cx="3429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E0A2CC0-D154-C235-0D0D-BD73135495CA}"/>
              </a:ext>
            </a:extLst>
          </p:cNvPr>
          <p:cNvCxnSpPr>
            <a:cxnSpLocks/>
          </p:cNvCxnSpPr>
          <p:nvPr/>
        </p:nvCxnSpPr>
        <p:spPr>
          <a:xfrm>
            <a:off x="8534389" y="5779532"/>
            <a:ext cx="3429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39EF62A-AD0E-F5BC-8B31-6415DF1B07A6}"/>
              </a:ext>
            </a:extLst>
          </p:cNvPr>
          <p:cNvSpPr/>
          <p:nvPr/>
        </p:nvSpPr>
        <p:spPr>
          <a:xfrm>
            <a:off x="8877300" y="4095751"/>
            <a:ext cx="1219197" cy="31063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Pointer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D81827F-A0AD-9C2E-5586-BAD1E3A8DFBB}"/>
              </a:ext>
            </a:extLst>
          </p:cNvPr>
          <p:cNvSpPr/>
          <p:nvPr/>
        </p:nvSpPr>
        <p:spPr>
          <a:xfrm>
            <a:off x="8877287" y="4454783"/>
            <a:ext cx="1219197" cy="31063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Middle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5102A7E-C4EB-E8CD-0029-CCD46D8A79DE}"/>
              </a:ext>
            </a:extLst>
          </p:cNvPr>
          <p:cNvSpPr/>
          <p:nvPr/>
        </p:nvSpPr>
        <p:spPr>
          <a:xfrm>
            <a:off x="8877287" y="4813815"/>
            <a:ext cx="1219197" cy="31063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Ring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6946188-DD0A-8F4D-ED30-9EEFD6DF50F3}"/>
              </a:ext>
            </a:extLst>
          </p:cNvPr>
          <p:cNvSpPr/>
          <p:nvPr/>
        </p:nvSpPr>
        <p:spPr>
          <a:xfrm>
            <a:off x="8877287" y="5170307"/>
            <a:ext cx="1219197" cy="31063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Pinky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5712D9E-3473-EABB-4616-B5B539F4C24C}"/>
              </a:ext>
            </a:extLst>
          </p:cNvPr>
          <p:cNvSpPr/>
          <p:nvPr/>
        </p:nvSpPr>
        <p:spPr>
          <a:xfrm>
            <a:off x="8877286" y="5526799"/>
            <a:ext cx="1219197" cy="31063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Thumb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1EBCF65-3C95-E27A-CA3F-A260856EE911}"/>
              </a:ext>
            </a:extLst>
          </p:cNvPr>
          <p:cNvSpPr/>
          <p:nvPr/>
        </p:nvSpPr>
        <p:spPr>
          <a:xfrm>
            <a:off x="8724922" y="3657602"/>
            <a:ext cx="1485856" cy="2350528"/>
          </a:xfrm>
          <a:prstGeom prst="roundRect">
            <a:avLst/>
          </a:prstGeom>
          <a:noFill/>
          <a:ln w="381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B21234-FB95-3FA1-E965-99C6E95460A5}"/>
              </a:ext>
            </a:extLst>
          </p:cNvPr>
          <p:cNvSpPr txBox="1"/>
          <p:nvPr/>
        </p:nvSpPr>
        <p:spPr>
          <a:xfrm>
            <a:off x="8877286" y="3771900"/>
            <a:ext cx="12191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u="sng" dirty="0"/>
              <a:t>Finger Motors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ECE23D1-EA04-D429-4CCF-EC75F221EC8C}"/>
              </a:ext>
            </a:extLst>
          </p:cNvPr>
          <p:cNvSpPr/>
          <p:nvPr/>
        </p:nvSpPr>
        <p:spPr>
          <a:xfrm>
            <a:off x="1560318" y="5545535"/>
            <a:ext cx="1333496" cy="4572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Power Brick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12CE5A9-9DF9-7932-E646-A13B67409524}"/>
              </a:ext>
            </a:extLst>
          </p:cNvPr>
          <p:cNvCxnSpPr>
            <a:cxnSpLocks/>
          </p:cNvCxnSpPr>
          <p:nvPr/>
        </p:nvCxnSpPr>
        <p:spPr>
          <a:xfrm>
            <a:off x="2895604" y="5829300"/>
            <a:ext cx="3429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890EE08-E676-11BB-D93A-15132C2C8276}"/>
              </a:ext>
            </a:extLst>
          </p:cNvPr>
          <p:cNvCxnSpPr>
            <a:cxnSpLocks/>
          </p:cNvCxnSpPr>
          <p:nvPr/>
        </p:nvCxnSpPr>
        <p:spPr>
          <a:xfrm>
            <a:off x="2895604" y="5676900"/>
            <a:ext cx="3429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782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180C6-AA0A-4ECF-9541-CCAFC7CAE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Mechanical Drawing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3A45F3-BFA3-4D55-A8FE-B5142100AC62}"/>
              </a:ext>
            </a:extLst>
          </p:cNvPr>
          <p:cNvSpPr txBox="1"/>
          <p:nvPr/>
        </p:nvSpPr>
        <p:spPr>
          <a:xfrm>
            <a:off x="3352800" y="525780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471EFC-E8D5-48D9-82C4-2134548FBF50}"/>
              </a:ext>
            </a:extLst>
          </p:cNvPr>
          <p:cNvSpPr txBox="1"/>
          <p:nvPr/>
        </p:nvSpPr>
        <p:spPr>
          <a:xfrm>
            <a:off x="8915400" y="525780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19E335-DB97-4C97-8B13-7646BDDB2DFC}"/>
              </a:ext>
            </a:extLst>
          </p:cNvPr>
          <p:cNvSpPr/>
          <p:nvPr/>
        </p:nvSpPr>
        <p:spPr>
          <a:xfrm>
            <a:off x="-11506200" y="1776428"/>
            <a:ext cx="4572000" cy="3048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2FF3E31-6039-C7C2-129A-AF51F92ED3D6}"/>
              </a:ext>
            </a:extLst>
          </p:cNvPr>
          <p:cNvCxnSpPr>
            <a:cxnSpLocks/>
          </p:cNvCxnSpPr>
          <p:nvPr/>
        </p:nvCxnSpPr>
        <p:spPr>
          <a:xfrm>
            <a:off x="-11506200" y="1547828"/>
            <a:ext cx="1828800" cy="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B544CD7-2140-BA54-F61B-C18A4EB4CB3E}"/>
              </a:ext>
            </a:extLst>
          </p:cNvPr>
          <p:cNvCxnSpPr>
            <a:cxnSpLocks/>
          </p:cNvCxnSpPr>
          <p:nvPr/>
        </p:nvCxnSpPr>
        <p:spPr>
          <a:xfrm>
            <a:off x="-8763000" y="1547828"/>
            <a:ext cx="1828800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0741C2A-6675-785E-02EB-A4D955BC4C25}"/>
              </a:ext>
            </a:extLst>
          </p:cNvPr>
          <p:cNvCxnSpPr/>
          <p:nvPr/>
        </p:nvCxnSpPr>
        <p:spPr>
          <a:xfrm>
            <a:off x="-6934200" y="1471628"/>
            <a:ext cx="0" cy="1524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9A8064C-F1ED-A952-DD63-E858C0DD9553}"/>
              </a:ext>
            </a:extLst>
          </p:cNvPr>
          <p:cNvCxnSpPr>
            <a:cxnSpLocks/>
          </p:cNvCxnSpPr>
          <p:nvPr/>
        </p:nvCxnSpPr>
        <p:spPr>
          <a:xfrm>
            <a:off x="-11506200" y="1471628"/>
            <a:ext cx="0" cy="1524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9E7AD8B-047E-B671-3F6F-0A15ABAF693A}"/>
              </a:ext>
            </a:extLst>
          </p:cNvPr>
          <p:cNvSpPr txBox="1"/>
          <p:nvPr/>
        </p:nvSpPr>
        <p:spPr>
          <a:xfrm>
            <a:off x="-9372600" y="1395428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3”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E93FD57-FAE6-4F92-D662-931A8D713DFE}"/>
              </a:ext>
            </a:extLst>
          </p:cNvPr>
          <p:cNvCxnSpPr>
            <a:cxnSpLocks/>
          </p:cNvCxnSpPr>
          <p:nvPr/>
        </p:nvCxnSpPr>
        <p:spPr>
          <a:xfrm>
            <a:off x="-6705600" y="1776428"/>
            <a:ext cx="0" cy="129540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891F53-D111-4181-4654-81B639971C85}"/>
              </a:ext>
            </a:extLst>
          </p:cNvPr>
          <p:cNvCxnSpPr>
            <a:cxnSpLocks/>
          </p:cNvCxnSpPr>
          <p:nvPr/>
        </p:nvCxnSpPr>
        <p:spPr>
          <a:xfrm>
            <a:off x="-6781800" y="1776428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8C4337-F670-B88B-DE6F-B13596391BEE}"/>
              </a:ext>
            </a:extLst>
          </p:cNvPr>
          <p:cNvCxnSpPr>
            <a:cxnSpLocks/>
          </p:cNvCxnSpPr>
          <p:nvPr/>
        </p:nvCxnSpPr>
        <p:spPr>
          <a:xfrm flipV="1">
            <a:off x="-6705600" y="3529028"/>
            <a:ext cx="0" cy="129540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A4A0887-706B-F9B4-53CC-24560A696E19}"/>
              </a:ext>
            </a:extLst>
          </p:cNvPr>
          <p:cNvSpPr txBox="1"/>
          <p:nvPr/>
        </p:nvSpPr>
        <p:spPr>
          <a:xfrm>
            <a:off x="-6858000" y="3148028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2”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4C26D5-64E6-8B67-D41D-DB1DE824AEB6}"/>
              </a:ext>
            </a:extLst>
          </p:cNvPr>
          <p:cNvSpPr/>
          <p:nvPr/>
        </p:nvSpPr>
        <p:spPr>
          <a:xfrm>
            <a:off x="-11277600" y="360522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Button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67D5B80-753C-8A78-C7C7-7C8DB6261801}"/>
              </a:ext>
            </a:extLst>
          </p:cNvPr>
          <p:cNvCxnSpPr>
            <a:cxnSpLocks/>
          </p:cNvCxnSpPr>
          <p:nvPr/>
        </p:nvCxnSpPr>
        <p:spPr>
          <a:xfrm>
            <a:off x="-11506200" y="5053028"/>
            <a:ext cx="762000" cy="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791F7A1-10CB-E64E-19F9-2F7133DA429E}"/>
              </a:ext>
            </a:extLst>
          </p:cNvPr>
          <p:cNvCxnSpPr>
            <a:cxnSpLocks/>
          </p:cNvCxnSpPr>
          <p:nvPr/>
        </p:nvCxnSpPr>
        <p:spPr>
          <a:xfrm>
            <a:off x="-9906000" y="5053028"/>
            <a:ext cx="685800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F457AAF-F30D-B1E0-10E6-6A685FC33262}"/>
              </a:ext>
            </a:extLst>
          </p:cNvPr>
          <p:cNvCxnSpPr>
            <a:cxnSpLocks/>
          </p:cNvCxnSpPr>
          <p:nvPr/>
        </p:nvCxnSpPr>
        <p:spPr>
          <a:xfrm>
            <a:off x="-9220200" y="4976828"/>
            <a:ext cx="0" cy="1524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C011C3A-EBB3-AD00-58F8-69DA1B82EDB9}"/>
              </a:ext>
            </a:extLst>
          </p:cNvPr>
          <p:cNvCxnSpPr>
            <a:cxnSpLocks/>
          </p:cNvCxnSpPr>
          <p:nvPr/>
        </p:nvCxnSpPr>
        <p:spPr>
          <a:xfrm>
            <a:off x="-11506200" y="4976828"/>
            <a:ext cx="0" cy="1524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D355C0F-DBB5-5AF3-3322-3BBD22F5B8DA}"/>
              </a:ext>
            </a:extLst>
          </p:cNvPr>
          <p:cNvSpPr txBox="1"/>
          <p:nvPr/>
        </p:nvSpPr>
        <p:spPr>
          <a:xfrm>
            <a:off x="-10591800" y="4900628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1.5”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B71A6A-B5DA-4630-F1C1-2C72A81F2C76}"/>
              </a:ext>
            </a:extLst>
          </p:cNvPr>
          <p:cNvSpPr/>
          <p:nvPr/>
        </p:nvSpPr>
        <p:spPr>
          <a:xfrm>
            <a:off x="-7620000" y="2157428"/>
            <a:ext cx="3048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CB223D-5533-7DDD-D27D-A8E8FE8D463D}"/>
              </a:ext>
            </a:extLst>
          </p:cNvPr>
          <p:cNvSpPr/>
          <p:nvPr/>
        </p:nvSpPr>
        <p:spPr>
          <a:xfrm>
            <a:off x="-7620000" y="2843228"/>
            <a:ext cx="3048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0A78B7-5A70-56FB-BEFC-5687F2713852}"/>
              </a:ext>
            </a:extLst>
          </p:cNvPr>
          <p:cNvSpPr/>
          <p:nvPr/>
        </p:nvSpPr>
        <p:spPr>
          <a:xfrm>
            <a:off x="-11277600" y="2005028"/>
            <a:ext cx="30480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Hex Display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72DE76-756A-86E3-ACF3-A52995875D84}"/>
              </a:ext>
            </a:extLst>
          </p:cNvPr>
          <p:cNvSpPr/>
          <p:nvPr/>
        </p:nvSpPr>
        <p:spPr>
          <a:xfrm>
            <a:off x="-9525000" y="3757628"/>
            <a:ext cx="609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Pot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8B320EF-195E-373B-2A72-BB9345582DA0}"/>
              </a:ext>
            </a:extLst>
          </p:cNvPr>
          <p:cNvSpPr/>
          <p:nvPr/>
        </p:nvSpPr>
        <p:spPr>
          <a:xfrm>
            <a:off x="-8305800" y="360522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Buzzer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D3BB26-8DE4-CF0C-67BF-CD4FF0C49ACE}"/>
              </a:ext>
            </a:extLst>
          </p:cNvPr>
          <p:cNvSpPr txBox="1"/>
          <p:nvPr/>
        </p:nvSpPr>
        <p:spPr>
          <a:xfrm>
            <a:off x="-7772400" y="1776428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.25”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0D7D46C-FF60-158A-4CD8-83842F221D89}"/>
              </a:ext>
            </a:extLst>
          </p:cNvPr>
          <p:cNvCxnSpPr>
            <a:cxnSpLocks/>
          </p:cNvCxnSpPr>
          <p:nvPr/>
        </p:nvCxnSpPr>
        <p:spPr>
          <a:xfrm>
            <a:off x="-6781800" y="4824428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83AC379-DF1A-8500-6014-097E7A42E271}"/>
              </a:ext>
            </a:extLst>
          </p:cNvPr>
          <p:cNvCxnSpPr>
            <a:cxnSpLocks/>
          </p:cNvCxnSpPr>
          <p:nvPr/>
        </p:nvCxnSpPr>
        <p:spPr>
          <a:xfrm>
            <a:off x="-7848600" y="2919428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B76B425-09EF-9161-9598-4438FF7EC41C}"/>
              </a:ext>
            </a:extLst>
          </p:cNvPr>
          <p:cNvCxnSpPr>
            <a:cxnSpLocks/>
          </p:cNvCxnSpPr>
          <p:nvPr/>
        </p:nvCxnSpPr>
        <p:spPr>
          <a:xfrm>
            <a:off x="-7851830" y="2919428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9C7872E-3372-8497-F02B-72BECD8EC30D}"/>
              </a:ext>
            </a:extLst>
          </p:cNvPr>
          <p:cNvCxnSpPr>
            <a:cxnSpLocks/>
          </p:cNvCxnSpPr>
          <p:nvPr/>
        </p:nvCxnSpPr>
        <p:spPr>
          <a:xfrm>
            <a:off x="-7848600" y="2919428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D034A89-135C-4412-08B9-95BF5811EE2F}"/>
              </a:ext>
            </a:extLst>
          </p:cNvPr>
          <p:cNvCxnSpPr>
            <a:cxnSpLocks/>
          </p:cNvCxnSpPr>
          <p:nvPr/>
        </p:nvCxnSpPr>
        <p:spPr>
          <a:xfrm>
            <a:off x="-7772400" y="2233628"/>
            <a:ext cx="0" cy="15240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9265C08-9004-34E3-FB61-349773AD0304}"/>
              </a:ext>
            </a:extLst>
          </p:cNvPr>
          <p:cNvCxnSpPr>
            <a:cxnSpLocks/>
          </p:cNvCxnSpPr>
          <p:nvPr/>
        </p:nvCxnSpPr>
        <p:spPr>
          <a:xfrm>
            <a:off x="-7845370" y="2233628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636662C-1739-09B7-8683-BC08B96F0E6C}"/>
              </a:ext>
            </a:extLst>
          </p:cNvPr>
          <p:cNvCxnSpPr>
            <a:cxnSpLocks/>
          </p:cNvCxnSpPr>
          <p:nvPr/>
        </p:nvCxnSpPr>
        <p:spPr>
          <a:xfrm flipV="1">
            <a:off x="-7772400" y="2767028"/>
            <a:ext cx="0" cy="15240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E8321FE-9945-1E73-7AC7-FEC3DFBBC0A3}"/>
              </a:ext>
            </a:extLst>
          </p:cNvPr>
          <p:cNvSpPr txBox="1"/>
          <p:nvPr/>
        </p:nvSpPr>
        <p:spPr>
          <a:xfrm>
            <a:off x="-8001000" y="238602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.5”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7AB040F-A3F5-EC2A-E269-C76984EFCA5F}"/>
              </a:ext>
            </a:extLst>
          </p:cNvPr>
          <p:cNvCxnSpPr>
            <a:cxnSpLocks/>
          </p:cNvCxnSpPr>
          <p:nvPr/>
        </p:nvCxnSpPr>
        <p:spPr>
          <a:xfrm>
            <a:off x="-7848600" y="2233628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C9D6971-E86E-A77B-372E-9CAD1698758E}"/>
              </a:ext>
            </a:extLst>
          </p:cNvPr>
          <p:cNvCxnSpPr>
            <a:cxnSpLocks/>
          </p:cNvCxnSpPr>
          <p:nvPr/>
        </p:nvCxnSpPr>
        <p:spPr>
          <a:xfrm>
            <a:off x="-7845370" y="2233628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0593C4D-9FCA-D8C9-5704-2D63EE9DFEBC}"/>
              </a:ext>
            </a:extLst>
          </p:cNvPr>
          <p:cNvCxnSpPr>
            <a:cxnSpLocks/>
          </p:cNvCxnSpPr>
          <p:nvPr/>
        </p:nvCxnSpPr>
        <p:spPr>
          <a:xfrm>
            <a:off x="-7772400" y="1776428"/>
            <a:ext cx="0" cy="15240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B871588-91E8-0934-C504-C489357E449A}"/>
              </a:ext>
            </a:extLst>
          </p:cNvPr>
          <p:cNvCxnSpPr>
            <a:cxnSpLocks/>
          </p:cNvCxnSpPr>
          <p:nvPr/>
        </p:nvCxnSpPr>
        <p:spPr>
          <a:xfrm flipV="1">
            <a:off x="-7769170" y="2081228"/>
            <a:ext cx="0" cy="15240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F8E55F38-AFDF-0D0B-35C9-E7B0D244B781}"/>
              </a:ext>
            </a:extLst>
          </p:cNvPr>
          <p:cNvSpPr txBox="1"/>
          <p:nvPr/>
        </p:nvSpPr>
        <p:spPr>
          <a:xfrm>
            <a:off x="3352800" y="525780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FRONT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C2FB1C4-4827-C0E7-F596-EFC3AD922B4D}"/>
              </a:ext>
            </a:extLst>
          </p:cNvPr>
          <p:cNvSpPr txBox="1"/>
          <p:nvPr/>
        </p:nvSpPr>
        <p:spPr>
          <a:xfrm>
            <a:off x="8915400" y="525780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</a:t>
            </a:r>
          </a:p>
        </p:txBody>
      </p:sp>
      <p:pic>
        <p:nvPicPr>
          <p:cNvPr id="47" name="Picture 46" descr="A diagram of a machine&#10;&#10;AI-generated content may be incorrect.">
            <a:extLst>
              <a:ext uri="{FF2B5EF4-FFF2-40B4-BE49-F238E27FC236}">
                <a16:creationId xmlns:a16="http://schemas.microsoft.com/office/drawing/2014/main" id="{65AA5C89-0BC7-8EB3-C8B3-3F92BF50F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49" y="1071302"/>
            <a:ext cx="5960761" cy="404099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557D586-3A2B-28EC-0D3C-D89D2C06C410}"/>
              </a:ext>
            </a:extLst>
          </p:cNvPr>
          <p:cNvSpPr/>
          <p:nvPr/>
        </p:nvSpPr>
        <p:spPr>
          <a:xfrm rot="5400000">
            <a:off x="3207535" y="1440664"/>
            <a:ext cx="900128" cy="2514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Filter/Amplification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E23442C-E796-94D2-7EF3-FABE7E98A4E5}"/>
              </a:ext>
            </a:extLst>
          </p:cNvPr>
          <p:cNvSpPr/>
          <p:nvPr/>
        </p:nvSpPr>
        <p:spPr>
          <a:xfrm>
            <a:off x="3660584" y="3517360"/>
            <a:ext cx="1268010" cy="6442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Potentiometer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5217B61-B778-2B02-1D9B-CEB2F2B31FEF}"/>
              </a:ext>
            </a:extLst>
          </p:cNvPr>
          <p:cNvSpPr/>
          <p:nvPr/>
        </p:nvSpPr>
        <p:spPr>
          <a:xfrm>
            <a:off x="1811639" y="3275815"/>
            <a:ext cx="588660" cy="6442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Electrode Input</a:t>
            </a:r>
          </a:p>
        </p:txBody>
      </p:sp>
      <p:pic>
        <p:nvPicPr>
          <p:cNvPr id="51" name="Picture 50" descr="A diagram of a machine&#10;&#10;AI-generated content may be incorrect.">
            <a:extLst>
              <a:ext uri="{FF2B5EF4-FFF2-40B4-BE49-F238E27FC236}">
                <a16:creationId xmlns:a16="http://schemas.microsoft.com/office/drawing/2014/main" id="{0C4DD4FE-81CA-0F51-AF37-AAF61EE119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11" t="21565" r="19732" b="8696"/>
          <a:stretch>
            <a:fillRect/>
          </a:stretch>
        </p:blipFill>
        <p:spPr>
          <a:xfrm rot="10800000" flipH="1">
            <a:off x="7200900" y="1883593"/>
            <a:ext cx="3973111" cy="281815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C7688DB3-2B16-D567-7089-978CE8BB86C5}"/>
                  </a:ext>
                </a:extLst>
              </p14:cNvPr>
              <p14:cNvContentPartPr/>
              <p14:nvPr/>
            </p14:nvContentPartPr>
            <p14:xfrm>
              <a:off x="7159275" y="2069430"/>
              <a:ext cx="394200" cy="486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C7688DB3-2B16-D567-7089-978CE8BB86C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50275" y="2060790"/>
                <a:ext cx="41184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4C77FE09-0299-DDF1-DB79-AB6977A5D998}"/>
                  </a:ext>
                </a:extLst>
              </p14:cNvPr>
              <p14:cNvContentPartPr/>
              <p14:nvPr/>
            </p14:nvContentPartPr>
            <p14:xfrm>
              <a:off x="7616475" y="2082750"/>
              <a:ext cx="477000" cy="5212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4C77FE09-0299-DDF1-DB79-AB6977A5D99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07835" y="2073750"/>
                <a:ext cx="494640" cy="53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536E2516-BADF-DEE0-193B-71EE79A6CA8C}"/>
              </a:ext>
            </a:extLst>
          </p:cNvPr>
          <p:cNvGrpSpPr/>
          <p:nvPr/>
        </p:nvGrpSpPr>
        <p:grpSpPr>
          <a:xfrm>
            <a:off x="7534035" y="1816350"/>
            <a:ext cx="730800" cy="799560"/>
            <a:chOff x="7534035" y="1816350"/>
            <a:chExt cx="730800" cy="79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9D665CF-CA06-498D-1808-F3FD9A60282B}"/>
                    </a:ext>
                  </a:extLst>
                </p14:cNvPr>
                <p14:cNvContentPartPr/>
                <p14:nvPr/>
              </p14:nvContentPartPr>
              <p14:xfrm>
                <a:off x="7534035" y="1816350"/>
                <a:ext cx="157680" cy="178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9D665CF-CA06-498D-1808-F3FD9A60282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525035" y="1807710"/>
                  <a:ext cx="1753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30E457F-3DBF-1BBD-60AA-3C2FE06C50B8}"/>
                    </a:ext>
                  </a:extLst>
                </p14:cNvPr>
                <p14:cNvContentPartPr/>
                <p14:nvPr/>
              </p14:nvContentPartPr>
              <p14:xfrm>
                <a:off x="7554555" y="2100750"/>
                <a:ext cx="5400" cy="10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30E457F-3DBF-1BBD-60AA-3C2FE06C50B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545555" y="2092110"/>
                  <a:ext cx="230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2AD3B9F-EEAD-1BF0-1149-D124D6BE4355}"/>
                    </a:ext>
                  </a:extLst>
                </p14:cNvPr>
                <p14:cNvContentPartPr/>
                <p14:nvPr/>
              </p14:nvContentPartPr>
              <p14:xfrm>
                <a:off x="7680195" y="2132430"/>
                <a:ext cx="584640" cy="483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2AD3B9F-EEAD-1BF0-1149-D124D6BE435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617195" y="2069790"/>
                  <a:ext cx="710280" cy="60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FF2010C4-4291-DBE4-5D43-23D25CDB78CD}"/>
                  </a:ext>
                </a:extLst>
              </p14:cNvPr>
              <p14:cNvContentPartPr/>
              <p14:nvPr/>
            </p14:nvContentPartPr>
            <p14:xfrm>
              <a:off x="10905795" y="2533470"/>
              <a:ext cx="720" cy="10483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FF2010C4-4291-DBE4-5D43-23D25CDB78C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779795" y="2470470"/>
                <a:ext cx="252000" cy="11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8C836692-A200-1006-8B25-A9F7139A65B9}"/>
                  </a:ext>
                </a:extLst>
              </p14:cNvPr>
              <p14:cNvContentPartPr/>
              <p14:nvPr/>
            </p14:nvContentPartPr>
            <p14:xfrm>
              <a:off x="10950435" y="4701750"/>
              <a:ext cx="246600" cy="205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8C836692-A200-1006-8B25-A9F7139A65B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887435" y="4639110"/>
                <a:ext cx="37224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39F66BC2-0470-CD48-C71F-7E19008E43E5}"/>
                  </a:ext>
                </a:extLst>
              </p14:cNvPr>
              <p14:cNvContentPartPr/>
              <p14:nvPr/>
            </p14:nvContentPartPr>
            <p14:xfrm>
              <a:off x="7686675" y="3506910"/>
              <a:ext cx="404640" cy="7909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39F66BC2-0470-CD48-C71F-7E19008E43E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623675" y="3444270"/>
                <a:ext cx="530280" cy="91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495C770C-7E7D-D1AB-CC42-1B6100A23BB3}"/>
                  </a:ext>
                </a:extLst>
              </p14:cNvPr>
              <p14:cNvContentPartPr/>
              <p14:nvPr/>
            </p14:nvContentPartPr>
            <p14:xfrm>
              <a:off x="8447355" y="4073550"/>
              <a:ext cx="275040" cy="4356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495C770C-7E7D-D1AB-CC42-1B6100A23BB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384355" y="4010550"/>
                <a:ext cx="400680" cy="56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52D6E0A3-BC95-0A34-538C-34DE994D5A90}"/>
                  </a:ext>
                </a:extLst>
              </p14:cNvPr>
              <p14:cNvContentPartPr/>
              <p14:nvPr/>
            </p14:nvContentPartPr>
            <p14:xfrm>
              <a:off x="7676955" y="2386950"/>
              <a:ext cx="57600" cy="2293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52D6E0A3-BC95-0A34-538C-34DE994D5A9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614315" y="2324310"/>
                <a:ext cx="183240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D5322770-84DA-F904-2A47-EEA282997276}"/>
                  </a:ext>
                </a:extLst>
              </p14:cNvPr>
              <p14:cNvContentPartPr/>
              <p14:nvPr/>
            </p14:nvContentPartPr>
            <p14:xfrm>
              <a:off x="7191315" y="4676190"/>
              <a:ext cx="334080" cy="892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D5322770-84DA-F904-2A47-EEA28299727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128315" y="4613190"/>
                <a:ext cx="45972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16AAA644-5350-941D-F475-0765F034AF04}"/>
                  </a:ext>
                </a:extLst>
              </p14:cNvPr>
              <p14:cNvContentPartPr/>
              <p14:nvPr/>
            </p14:nvContentPartPr>
            <p14:xfrm>
              <a:off x="8364188" y="4519915"/>
              <a:ext cx="6120" cy="158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16AAA644-5350-941D-F475-0765F034AF0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346548" y="4501915"/>
                <a:ext cx="4176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F76BEF94-D78E-8E22-6806-2E25368CC48A}"/>
                  </a:ext>
                </a:extLst>
              </p14:cNvPr>
              <p14:cNvContentPartPr/>
              <p14:nvPr/>
            </p14:nvContentPartPr>
            <p14:xfrm>
              <a:off x="8337188" y="4503715"/>
              <a:ext cx="59400" cy="846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F76BEF94-D78E-8E22-6806-2E25368CC48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319188" y="4485715"/>
                <a:ext cx="95040" cy="12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3A491AB2-62DF-90B4-7D46-C3C1157C8AEA}"/>
              </a:ext>
            </a:extLst>
          </p:cNvPr>
          <p:cNvGrpSpPr/>
          <p:nvPr/>
        </p:nvGrpSpPr>
        <p:grpSpPr>
          <a:xfrm>
            <a:off x="8391188" y="4424155"/>
            <a:ext cx="88920" cy="150120"/>
            <a:chOff x="8391188" y="4424155"/>
            <a:chExt cx="88920" cy="15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76A932D-E0D2-0967-4AD8-E982CBB97E95}"/>
                    </a:ext>
                  </a:extLst>
                </p14:cNvPr>
                <p14:cNvContentPartPr/>
                <p14:nvPr/>
              </p14:nvContentPartPr>
              <p14:xfrm>
                <a:off x="8391188" y="4424155"/>
                <a:ext cx="88920" cy="1501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76A932D-E0D2-0967-4AD8-E982CBB97E9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373548" y="4406515"/>
                  <a:ext cx="1245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2A2CA15-CCA0-16F1-DBF8-74F837FEA452}"/>
                    </a:ext>
                  </a:extLst>
                </p14:cNvPr>
                <p14:cNvContentPartPr/>
                <p14:nvPr/>
              </p14:nvContentPartPr>
              <p14:xfrm>
                <a:off x="8456348" y="4525675"/>
                <a:ext cx="3600" cy="273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2A2CA15-CCA0-16F1-DBF8-74F837FEA45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438348" y="4508035"/>
                  <a:ext cx="39240" cy="6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5BF81CDC-2257-7AA1-8AAC-781D8CB6D6F7}"/>
                  </a:ext>
                </a:extLst>
              </p14:cNvPr>
              <p14:cNvContentPartPr/>
              <p14:nvPr/>
            </p14:nvContentPartPr>
            <p14:xfrm>
              <a:off x="7545188" y="4654555"/>
              <a:ext cx="49680" cy="4968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5BF81CDC-2257-7AA1-8AAC-781D8CB6D6F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527548" y="4636555"/>
                <a:ext cx="8532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066FA47E-A854-93C0-01BC-FD2774FC28D5}"/>
                  </a:ext>
                </a:extLst>
              </p14:cNvPr>
              <p14:cNvContentPartPr/>
              <p14:nvPr/>
            </p14:nvContentPartPr>
            <p14:xfrm>
              <a:off x="7976108" y="4717555"/>
              <a:ext cx="53280" cy="86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066FA47E-A854-93C0-01BC-FD2774FC28D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958468" y="4699915"/>
                <a:ext cx="8892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B0AA823C-9C80-B74E-8ECB-817C47E873FA}"/>
                  </a:ext>
                </a:extLst>
              </p14:cNvPr>
              <p14:cNvContentPartPr/>
              <p14:nvPr/>
            </p14:nvContentPartPr>
            <p14:xfrm>
              <a:off x="9040628" y="4717915"/>
              <a:ext cx="48240" cy="3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B0AA823C-9C80-B74E-8ECB-817C47E873FA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022628" y="4699915"/>
                <a:ext cx="838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D77A6C67-FFC0-826F-A63B-5E55ADA9D84F}"/>
                  </a:ext>
                </a:extLst>
              </p14:cNvPr>
              <p14:cNvContentPartPr/>
              <p14:nvPr/>
            </p14:nvContentPartPr>
            <p14:xfrm>
              <a:off x="9381908" y="4711435"/>
              <a:ext cx="59040" cy="36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D77A6C67-FFC0-826F-A63B-5E55ADA9D84F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364268" y="4693795"/>
                <a:ext cx="9468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1D91FB1C-815C-2C06-3496-7D8113F4660B}"/>
                  </a:ext>
                </a:extLst>
              </p14:cNvPr>
              <p14:cNvContentPartPr/>
              <p14:nvPr/>
            </p14:nvContentPartPr>
            <p14:xfrm>
              <a:off x="9864668" y="4713235"/>
              <a:ext cx="6480" cy="3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1D91FB1C-815C-2C06-3496-7D8113F4660B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846668" y="4695235"/>
                <a:ext cx="421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3C44B7DD-3B33-BDFA-3AFD-A32571E6A21A}"/>
                  </a:ext>
                </a:extLst>
              </p14:cNvPr>
              <p14:cNvContentPartPr/>
              <p14:nvPr/>
            </p14:nvContentPartPr>
            <p14:xfrm>
              <a:off x="8248268" y="2092100"/>
              <a:ext cx="29520" cy="2268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3C44B7DD-3B33-BDFA-3AFD-A32571E6A21A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230628" y="2074460"/>
                <a:ext cx="65160" cy="5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60E6E1BD-9A65-CEAD-5824-BED645FAD956}"/>
              </a:ext>
            </a:extLst>
          </p:cNvPr>
          <p:cNvGrpSpPr/>
          <p:nvPr/>
        </p:nvGrpSpPr>
        <p:grpSpPr>
          <a:xfrm>
            <a:off x="8211908" y="2090570"/>
            <a:ext cx="22680" cy="52200"/>
            <a:chOff x="8211908" y="2090570"/>
            <a:chExt cx="22680" cy="5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AAC6056-127D-CC66-1E83-403D4D733780}"/>
                    </a:ext>
                  </a:extLst>
                </p14:cNvPr>
                <p14:cNvContentPartPr/>
                <p14:nvPr/>
              </p14:nvContentPartPr>
              <p14:xfrm>
                <a:off x="8211908" y="2090570"/>
                <a:ext cx="360" cy="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AAC6056-127D-CC66-1E83-403D4D73378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205788" y="208445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1E24138-05B8-C9DF-20B0-DBFD4976C346}"/>
                    </a:ext>
                  </a:extLst>
                </p14:cNvPr>
                <p14:cNvContentPartPr/>
                <p14:nvPr/>
              </p14:nvContentPartPr>
              <p14:xfrm>
                <a:off x="8215148" y="2104970"/>
                <a:ext cx="360" cy="3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1E24138-05B8-C9DF-20B0-DBFD4976C34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209028" y="209885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F0B3539-DCB5-C28A-BA37-D2DBF9C3935C}"/>
                    </a:ext>
                  </a:extLst>
                </p14:cNvPr>
                <p14:cNvContentPartPr/>
                <p14:nvPr/>
              </p14:nvContentPartPr>
              <p14:xfrm>
                <a:off x="8219828" y="2116130"/>
                <a:ext cx="360" cy="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F0B3539-DCB5-C28A-BA37-D2DBF9C3935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213708" y="211001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820906B-32A5-B9BB-A9FD-C1C9B2516382}"/>
                    </a:ext>
                  </a:extLst>
                </p14:cNvPr>
                <p14:cNvContentPartPr/>
                <p14:nvPr/>
              </p14:nvContentPartPr>
              <p14:xfrm>
                <a:off x="8224508" y="2131970"/>
                <a:ext cx="360" cy="3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820906B-32A5-B9BB-A9FD-C1C9B251638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218388" y="212585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0330ED6-2C38-FFDF-B066-5DAC6F962C98}"/>
                    </a:ext>
                  </a:extLst>
                </p14:cNvPr>
                <p14:cNvContentPartPr/>
                <p14:nvPr/>
              </p14:nvContentPartPr>
              <p14:xfrm>
                <a:off x="8234228" y="2141330"/>
                <a:ext cx="360" cy="14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0330ED6-2C38-FFDF-B066-5DAC6F962C9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228108" y="2135210"/>
                  <a:ext cx="12600" cy="1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330632B0-042E-23FE-3601-6131903ACCF2}"/>
                  </a:ext>
                </a:extLst>
              </p14:cNvPr>
              <p14:cNvContentPartPr/>
              <p14:nvPr/>
            </p14:nvContentPartPr>
            <p14:xfrm>
              <a:off x="7577588" y="1966100"/>
              <a:ext cx="38880" cy="15192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330632B0-042E-23FE-3601-6131903ACCF2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571468" y="1959980"/>
                <a:ext cx="5112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2DA60946-047D-8F79-A375-F2910554FF98}"/>
                  </a:ext>
                </a:extLst>
              </p14:cNvPr>
              <p14:cNvContentPartPr/>
              <p14:nvPr/>
            </p14:nvContentPartPr>
            <p14:xfrm>
              <a:off x="7505228" y="2105780"/>
              <a:ext cx="73800" cy="828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2DA60946-047D-8F79-A375-F2910554FF98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499108" y="2099660"/>
                <a:ext cx="86040" cy="2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BE6AB9BC-2F7F-7B3D-E77D-9BE4A207348A}"/>
              </a:ext>
            </a:extLst>
          </p:cNvPr>
          <p:cNvGrpSpPr/>
          <p:nvPr/>
        </p:nvGrpSpPr>
        <p:grpSpPr>
          <a:xfrm>
            <a:off x="8265217" y="4633387"/>
            <a:ext cx="184680" cy="65880"/>
            <a:chOff x="8265217" y="4633387"/>
            <a:chExt cx="184680" cy="6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EE813DF-5559-832A-3AEE-4F7269198F5A}"/>
                    </a:ext>
                  </a:extLst>
                </p14:cNvPr>
                <p14:cNvContentPartPr/>
                <p14:nvPr/>
              </p14:nvContentPartPr>
              <p14:xfrm>
                <a:off x="8295097" y="4641667"/>
                <a:ext cx="360" cy="3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EE813DF-5559-832A-3AEE-4F7269198F5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288977" y="463554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0805AFF-2C4B-5D87-72AA-EFAD7CA42673}"/>
                    </a:ext>
                  </a:extLst>
                </p14:cNvPr>
                <p14:cNvContentPartPr/>
                <p14:nvPr/>
              </p14:nvContentPartPr>
              <p14:xfrm>
                <a:off x="8303377" y="4633387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0805AFF-2C4B-5D87-72AA-EFAD7CA4267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297257" y="462726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6B1D60E-3D41-30D5-1F22-88995719F566}"/>
                    </a:ext>
                  </a:extLst>
                </p14:cNvPr>
                <p14:cNvContentPartPr/>
                <p14:nvPr/>
              </p14:nvContentPartPr>
              <p14:xfrm>
                <a:off x="8309857" y="4633387"/>
                <a:ext cx="360" cy="3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6B1D60E-3D41-30D5-1F22-88995719F56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303737" y="462726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8CC78BF-B57B-BC14-776A-10E6A9B92430}"/>
                    </a:ext>
                  </a:extLst>
                </p14:cNvPr>
                <p14:cNvContentPartPr/>
                <p14:nvPr/>
              </p14:nvContentPartPr>
              <p14:xfrm>
                <a:off x="8316337" y="4633387"/>
                <a:ext cx="2880" cy="39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8CC78BF-B57B-BC14-776A-10E6A9B9243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310217" y="4627267"/>
                  <a:ext cx="1512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FA1E12A-A54A-FCEC-60C0-A93BB454B95E}"/>
                    </a:ext>
                  </a:extLst>
                </p14:cNvPr>
                <p14:cNvContentPartPr/>
                <p14:nvPr/>
              </p14:nvContentPartPr>
              <p14:xfrm>
                <a:off x="8331097" y="4641667"/>
                <a:ext cx="11160" cy="4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FA1E12A-A54A-FCEC-60C0-A93BB454B95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324977" y="4635547"/>
                  <a:ext cx="2340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763800B-2C7D-AA93-4BE0-CE4A5DB78C87}"/>
                    </a:ext>
                  </a:extLst>
                </p14:cNvPr>
                <p14:cNvContentPartPr/>
                <p14:nvPr/>
              </p14:nvContentPartPr>
              <p14:xfrm>
                <a:off x="8364937" y="4650307"/>
                <a:ext cx="360" cy="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763800B-2C7D-AA93-4BE0-CE4A5DB78C8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358817" y="464418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6B93573-D9BA-E2C3-989B-8788FED1A322}"/>
                    </a:ext>
                  </a:extLst>
                </p14:cNvPr>
                <p14:cNvContentPartPr/>
                <p14:nvPr/>
              </p14:nvContentPartPr>
              <p14:xfrm>
                <a:off x="8348377" y="4650307"/>
                <a:ext cx="6480" cy="3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6B93573-D9BA-E2C3-989B-8788FED1A32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342257" y="4644187"/>
                  <a:ext cx="187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4DF2E85-4433-3384-3EC3-991A1A957ACF}"/>
                    </a:ext>
                  </a:extLst>
                </p14:cNvPr>
                <p14:cNvContentPartPr/>
                <p14:nvPr/>
              </p14:nvContentPartPr>
              <p14:xfrm>
                <a:off x="8350177" y="4647787"/>
                <a:ext cx="3960" cy="2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4DF2E85-4433-3384-3EC3-991A1A957AC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344057" y="4641667"/>
                  <a:ext cx="1620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6CD1C4A-D5A6-63E9-3D8D-BC66A978DBFC}"/>
                    </a:ext>
                  </a:extLst>
                </p14:cNvPr>
                <p14:cNvContentPartPr/>
                <p14:nvPr/>
              </p14:nvContentPartPr>
              <p14:xfrm>
                <a:off x="8358457" y="4643827"/>
                <a:ext cx="360" cy="3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6CD1C4A-D5A6-63E9-3D8D-BC66A978DBF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352337" y="463770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8187CFC-2CDC-1D9C-973A-89D8EF41B95A}"/>
                    </a:ext>
                  </a:extLst>
                </p14:cNvPr>
                <p14:cNvContentPartPr/>
                <p14:nvPr/>
              </p14:nvContentPartPr>
              <p14:xfrm>
                <a:off x="8346217" y="4641667"/>
                <a:ext cx="8640" cy="3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8187CFC-2CDC-1D9C-973A-89D8EF41B95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340097" y="4635547"/>
                  <a:ext cx="208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8B289BC-4FAE-0BCD-702F-9A293EDDE630}"/>
                    </a:ext>
                  </a:extLst>
                </p14:cNvPr>
                <p14:cNvContentPartPr/>
                <p14:nvPr/>
              </p14:nvContentPartPr>
              <p14:xfrm>
                <a:off x="8327857" y="4641667"/>
                <a:ext cx="1440" cy="3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8B289BC-4FAE-0BCD-702F-9A293EDDE63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321737" y="4635547"/>
                  <a:ext cx="136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526CE07-E49C-2D62-ED56-C30B0D5B7F21}"/>
                    </a:ext>
                  </a:extLst>
                </p14:cNvPr>
                <p14:cNvContentPartPr/>
                <p14:nvPr/>
              </p14:nvContentPartPr>
              <p14:xfrm>
                <a:off x="8307697" y="4648147"/>
                <a:ext cx="360" cy="3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526CE07-E49C-2D62-ED56-C30B0D5B7F2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301577" y="464202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3AB05BB-5E8A-1D3B-450A-F919ED735FB0}"/>
                    </a:ext>
                  </a:extLst>
                </p14:cNvPr>
                <p14:cNvContentPartPr/>
                <p14:nvPr/>
              </p14:nvContentPartPr>
              <p14:xfrm>
                <a:off x="8299057" y="4645987"/>
                <a:ext cx="720" cy="3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3AB05BB-5E8A-1D3B-450A-F919ED735FB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292937" y="4639867"/>
                  <a:ext cx="12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23A4307-9E34-81CB-5477-A41913260748}"/>
                    </a:ext>
                  </a:extLst>
                </p14:cNvPr>
                <p14:cNvContentPartPr/>
                <p14:nvPr/>
              </p14:nvContentPartPr>
              <p14:xfrm>
                <a:off x="8282497" y="4696747"/>
                <a:ext cx="360" cy="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23A4307-9E34-81CB-5477-A4191326074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276377" y="469062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77F139A-7F93-0F61-7206-D52BB5B61262}"/>
                    </a:ext>
                  </a:extLst>
                </p14:cNvPr>
                <p14:cNvContentPartPr/>
                <p14:nvPr/>
              </p14:nvContentPartPr>
              <p14:xfrm>
                <a:off x="8265217" y="4690267"/>
                <a:ext cx="720" cy="3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77F139A-7F93-0F61-7206-D52BB5B6126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259097" y="4684147"/>
                  <a:ext cx="12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8E2FD5F-0DAC-7BDC-5BD4-94BD36DE71D7}"/>
                    </a:ext>
                  </a:extLst>
                </p14:cNvPr>
                <p14:cNvContentPartPr/>
                <p14:nvPr/>
              </p14:nvContentPartPr>
              <p14:xfrm>
                <a:off x="8301217" y="4692427"/>
                <a:ext cx="360" cy="7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8E2FD5F-0DAC-7BDC-5BD4-94BD36DE71D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295097" y="4686307"/>
                  <a:ext cx="1260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6C53ECF-3E32-6E24-F11B-00EF7319C28C}"/>
                    </a:ext>
                  </a:extLst>
                </p14:cNvPr>
                <p14:cNvContentPartPr/>
                <p14:nvPr/>
              </p14:nvContentPartPr>
              <p14:xfrm>
                <a:off x="8282497" y="4696747"/>
                <a:ext cx="360" cy="3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6C53ECF-3E32-6E24-F11B-00EF7319C28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276377" y="469062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A96E5C9-9A4A-42CF-B667-9D7A766B6EEA}"/>
                    </a:ext>
                  </a:extLst>
                </p14:cNvPr>
                <p14:cNvContentPartPr/>
                <p14:nvPr/>
              </p14:nvContentPartPr>
              <p14:xfrm>
                <a:off x="8269537" y="4696747"/>
                <a:ext cx="4320" cy="3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A96E5C9-9A4A-42CF-B667-9D7A766B6EE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263417" y="4690627"/>
                  <a:ext cx="165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1451956-7A57-3175-C5C2-B894A816475B}"/>
                    </a:ext>
                  </a:extLst>
                </p14:cNvPr>
                <p14:cNvContentPartPr/>
                <p14:nvPr/>
              </p14:nvContentPartPr>
              <p14:xfrm>
                <a:off x="8295097" y="4696747"/>
                <a:ext cx="15120" cy="3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1451956-7A57-3175-C5C2-B894A816475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288977" y="4690627"/>
                  <a:ext cx="273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D59F35D-769C-E15A-B9F1-0D7A3E27327E}"/>
                    </a:ext>
                  </a:extLst>
                </p14:cNvPr>
                <p14:cNvContentPartPr/>
                <p14:nvPr/>
              </p14:nvContentPartPr>
              <p14:xfrm>
                <a:off x="8318137" y="4696747"/>
                <a:ext cx="131760" cy="25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D59F35D-769C-E15A-B9F1-0D7A3E27327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312017" y="4690627"/>
                  <a:ext cx="144000" cy="1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6DFB5F90-BC4E-C005-327F-021FFE2DF494}"/>
                  </a:ext>
                </a:extLst>
              </p14:cNvPr>
              <p14:cNvContentPartPr/>
              <p14:nvPr/>
            </p14:nvContentPartPr>
            <p14:xfrm>
              <a:off x="8659057" y="4701067"/>
              <a:ext cx="34200" cy="252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6DFB5F90-BC4E-C005-327F-021FFE2DF494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8652937" y="4694947"/>
                <a:ext cx="4644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8EE88C73-E7AF-6B5C-72D6-CD48E8105CEE}"/>
                  </a:ext>
                </a:extLst>
              </p14:cNvPr>
              <p14:cNvContentPartPr/>
              <p14:nvPr/>
            </p14:nvContentPartPr>
            <p14:xfrm>
              <a:off x="8274577" y="4673347"/>
              <a:ext cx="96120" cy="720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8EE88C73-E7AF-6B5C-72D6-CD48E8105CEE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8268457" y="4667227"/>
                <a:ext cx="10836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9E4D27A2-2954-2DCE-DEEF-53357C501A03}"/>
                  </a:ext>
                </a:extLst>
              </p14:cNvPr>
              <p14:cNvContentPartPr/>
              <p14:nvPr/>
            </p14:nvContentPartPr>
            <p14:xfrm>
              <a:off x="8303377" y="4534027"/>
              <a:ext cx="126000" cy="9252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9E4D27A2-2954-2DCE-DEEF-53357C501A03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8297257" y="4527907"/>
                <a:ext cx="13824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3A659CFC-5B45-E4AC-9D36-EF407C1CD7D9}"/>
                  </a:ext>
                </a:extLst>
              </p14:cNvPr>
              <p14:cNvContentPartPr/>
              <p14:nvPr/>
            </p14:nvContentPartPr>
            <p14:xfrm>
              <a:off x="11044233" y="2331735"/>
              <a:ext cx="3600" cy="4176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3A659CFC-5B45-E4AC-9D36-EF407C1CD7D9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1038113" y="2325615"/>
                <a:ext cx="1584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C8FF44D3-4EF8-AF20-4B4E-177FE129DD80}"/>
                  </a:ext>
                </a:extLst>
              </p14:cNvPr>
              <p14:cNvContentPartPr/>
              <p14:nvPr/>
            </p14:nvContentPartPr>
            <p14:xfrm>
              <a:off x="10911753" y="2018175"/>
              <a:ext cx="10800" cy="9792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C8FF44D3-4EF8-AF20-4B4E-177FE129DD80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0905633" y="2012055"/>
                <a:ext cx="2304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97EB147B-D680-6B19-A150-CB3244B4B95F}"/>
                  </a:ext>
                </a:extLst>
              </p14:cNvPr>
              <p14:cNvContentPartPr/>
              <p14:nvPr/>
            </p14:nvContentPartPr>
            <p14:xfrm>
              <a:off x="11042433" y="3757335"/>
              <a:ext cx="5040" cy="5688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97EB147B-D680-6B19-A150-CB3244B4B95F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1036313" y="3751215"/>
                <a:ext cx="17280" cy="6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E7D0E12F-66F2-46AA-85C1-23AECB012C6B}"/>
              </a:ext>
            </a:extLst>
          </p:cNvPr>
          <p:cNvGrpSpPr/>
          <p:nvPr/>
        </p:nvGrpSpPr>
        <p:grpSpPr>
          <a:xfrm>
            <a:off x="11058633" y="3750135"/>
            <a:ext cx="104922" cy="61200"/>
            <a:chOff x="11058633" y="3750135"/>
            <a:chExt cx="104922" cy="6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9C1C1FE-5661-BFDC-02A7-7569CF98037F}"/>
                    </a:ext>
                  </a:extLst>
                </p14:cNvPr>
                <p14:cNvContentPartPr/>
                <p14:nvPr/>
              </p14:nvContentPartPr>
              <p14:xfrm>
                <a:off x="11163195" y="3793830"/>
                <a:ext cx="360" cy="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9C1C1FE-5661-BFDC-02A7-7569CF98037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100195" y="373119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5341F5B-7D52-971A-98E6-4F94AD6A196B}"/>
                    </a:ext>
                  </a:extLst>
                </p14:cNvPr>
                <p14:cNvContentPartPr/>
                <p14:nvPr/>
              </p14:nvContentPartPr>
              <p14:xfrm>
                <a:off x="11163195" y="3793830"/>
                <a:ext cx="360" cy="10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5341F5B-7D52-971A-98E6-4F94AD6A196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100195" y="3731190"/>
                  <a:ext cx="1260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2262D5F-72F9-E857-F245-D18D2320A7C6}"/>
                    </a:ext>
                  </a:extLst>
                </p14:cNvPr>
                <p14:cNvContentPartPr/>
                <p14:nvPr/>
              </p14:nvContentPartPr>
              <p14:xfrm>
                <a:off x="11058633" y="3750135"/>
                <a:ext cx="27000" cy="612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2262D5F-72F9-E857-F245-D18D2320A7C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052513" y="3744015"/>
                  <a:ext cx="3924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4EEC471F-F404-EB1F-6F9D-04EBFB9FAC44}"/>
              </a:ext>
            </a:extLst>
          </p:cNvPr>
          <p:cNvGrpSpPr/>
          <p:nvPr/>
        </p:nvGrpSpPr>
        <p:grpSpPr>
          <a:xfrm>
            <a:off x="10896273" y="3667515"/>
            <a:ext cx="131040" cy="140580"/>
            <a:chOff x="10896273" y="3667515"/>
            <a:chExt cx="131040" cy="1405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D2C18E6-A31A-CF79-4C11-8C8993B1B067}"/>
                    </a:ext>
                  </a:extLst>
                </p14:cNvPr>
                <p14:cNvContentPartPr/>
                <p14:nvPr/>
              </p14:nvContentPartPr>
              <p14:xfrm>
                <a:off x="10920393" y="3769935"/>
                <a:ext cx="54360" cy="32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D2C18E6-A31A-CF79-4C11-8C8993B1B06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914273" y="3763815"/>
                  <a:ext cx="6660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AA5755B-362F-3A58-78AE-126BD67215E2}"/>
                    </a:ext>
                  </a:extLst>
                </p14:cNvPr>
                <p14:cNvContentPartPr/>
                <p14:nvPr/>
              </p14:nvContentPartPr>
              <p14:xfrm>
                <a:off x="11011833" y="3759135"/>
                <a:ext cx="15480" cy="489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AA5755B-362F-3A58-78AE-126BD67215E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005713" y="3753015"/>
                  <a:ext cx="277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2FBE699-AFA7-62BE-8EDE-B4E7E1945503}"/>
                    </a:ext>
                  </a:extLst>
                </p14:cNvPr>
                <p14:cNvContentPartPr/>
                <p14:nvPr/>
              </p14:nvContentPartPr>
              <p14:xfrm>
                <a:off x="10896273" y="3667515"/>
                <a:ext cx="29520" cy="194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2FBE699-AFA7-62BE-8EDE-B4E7E194550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890153" y="3661395"/>
                  <a:ext cx="417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37A4ABC-387B-8C51-05C9-244958D2CA0B}"/>
                    </a:ext>
                  </a:extLst>
                </p14:cNvPr>
                <p14:cNvContentPartPr/>
                <p14:nvPr/>
              </p14:nvContentPartPr>
              <p14:xfrm>
                <a:off x="10899873" y="3714315"/>
                <a:ext cx="44280" cy="727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37A4ABC-387B-8C51-05C9-244958D2CA0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893753" y="3708195"/>
                  <a:ext cx="565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A9AEA480-5D10-D3C6-FFE8-376D26AE8B7E}"/>
                    </a:ext>
                  </a:extLst>
                </p14:cNvPr>
                <p14:cNvContentPartPr/>
                <p14:nvPr/>
              </p14:nvContentPartPr>
              <p14:xfrm>
                <a:off x="11010753" y="3765435"/>
                <a:ext cx="3600" cy="241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A9AEA480-5D10-D3C6-FFE8-376D26AE8B7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004633" y="3759315"/>
                  <a:ext cx="15840" cy="3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C6D81291-9C9A-FBF0-EFCC-D5492B477401}"/>
                  </a:ext>
                </a:extLst>
              </p14:cNvPr>
              <p14:cNvContentPartPr/>
              <p14:nvPr/>
            </p14:nvContentPartPr>
            <p14:xfrm>
              <a:off x="10901313" y="1885785"/>
              <a:ext cx="43920" cy="9720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C6D81291-9C9A-FBF0-EFCC-D5492B477401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0895193" y="1879665"/>
                <a:ext cx="5616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669BE760-60CD-6ECA-E514-3461199D0877}"/>
                  </a:ext>
                </a:extLst>
              </p14:cNvPr>
              <p14:cNvContentPartPr/>
              <p14:nvPr/>
            </p14:nvContentPartPr>
            <p14:xfrm rot="-9598501">
              <a:off x="11059449" y="2346905"/>
              <a:ext cx="118248" cy="2132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669BE760-60CD-6ECA-E514-3461199D0877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 rot="-9598501">
                <a:off x="11053320" y="2340762"/>
                <a:ext cx="130505" cy="33606"/>
              </a:xfrm>
              <a:prstGeom prst="rect">
                <a:avLst/>
              </a:prstGeom>
            </p:spPr>
          </p:pic>
        </mc:Fallback>
      </mc:AlternateContent>
      <p:grpSp>
        <p:nvGrpSpPr>
          <p:cNvPr id="163" name="Group 162">
            <a:extLst>
              <a:ext uri="{FF2B5EF4-FFF2-40B4-BE49-F238E27FC236}">
                <a16:creationId xmlns:a16="http://schemas.microsoft.com/office/drawing/2014/main" id="{D215ABB5-CA6B-0241-CCCA-9D09C3B89770}"/>
              </a:ext>
            </a:extLst>
          </p:cNvPr>
          <p:cNvGrpSpPr/>
          <p:nvPr/>
        </p:nvGrpSpPr>
        <p:grpSpPr>
          <a:xfrm>
            <a:off x="10872513" y="2125185"/>
            <a:ext cx="302040" cy="331920"/>
            <a:chOff x="10872513" y="2125185"/>
            <a:chExt cx="302040" cy="33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B63F25D-B0B6-9E6C-D746-2883E014CD4F}"/>
                    </a:ext>
                  </a:extLst>
                </p14:cNvPr>
                <p14:cNvContentPartPr/>
                <p14:nvPr/>
              </p14:nvContentPartPr>
              <p14:xfrm>
                <a:off x="11070873" y="2327865"/>
                <a:ext cx="103680" cy="673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0B63F25D-B0B6-9E6C-D746-2883E014CD4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064753" y="2321745"/>
                  <a:ext cx="1159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1D23C07-7CC8-973F-31D8-2D841BEDA38F}"/>
                    </a:ext>
                  </a:extLst>
                </p14:cNvPr>
                <p14:cNvContentPartPr/>
                <p14:nvPr/>
              </p14:nvContentPartPr>
              <p14:xfrm>
                <a:off x="11016873" y="2331825"/>
                <a:ext cx="4320" cy="432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1D23C07-7CC8-973F-31D8-2D841BEDA38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1010753" y="2325705"/>
                  <a:ext cx="165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DAC183C-3AB0-F42B-854A-EF3E059D4159}"/>
                    </a:ext>
                  </a:extLst>
                </p14:cNvPr>
                <p14:cNvContentPartPr/>
                <p14:nvPr/>
              </p14:nvContentPartPr>
              <p14:xfrm>
                <a:off x="10907073" y="2292585"/>
                <a:ext cx="69120" cy="1173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DAC183C-3AB0-F42B-854A-EF3E059D415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900953" y="2286465"/>
                  <a:ext cx="813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F989ED8-6CAE-3E43-90C8-3976245B1C9F}"/>
                    </a:ext>
                  </a:extLst>
                </p14:cNvPr>
                <p14:cNvContentPartPr/>
                <p14:nvPr/>
              </p14:nvContentPartPr>
              <p14:xfrm>
                <a:off x="10895193" y="2453865"/>
                <a:ext cx="32040" cy="32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F989ED8-6CAE-3E43-90C8-3976245B1C9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889073" y="2447745"/>
                  <a:ext cx="4428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73B1CAD-89B5-AF12-D434-71EA3E10869C}"/>
                    </a:ext>
                  </a:extLst>
                </p14:cNvPr>
                <p14:cNvContentPartPr/>
                <p14:nvPr/>
              </p14:nvContentPartPr>
              <p14:xfrm>
                <a:off x="10910673" y="2429025"/>
                <a:ext cx="46800" cy="169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73B1CAD-89B5-AF12-D434-71EA3E10869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904553" y="2422905"/>
                  <a:ext cx="590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2445AB1-9E1A-94FC-186B-B775F82F4421}"/>
                    </a:ext>
                  </a:extLst>
                </p14:cNvPr>
                <p14:cNvContentPartPr/>
                <p14:nvPr/>
              </p14:nvContentPartPr>
              <p14:xfrm>
                <a:off x="11007513" y="2349465"/>
                <a:ext cx="1800" cy="291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2445AB1-9E1A-94FC-186B-B775F82F442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001393" y="2343345"/>
                  <a:ext cx="140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E841145-C87E-6B25-2D39-1756D11C0D9A}"/>
                    </a:ext>
                  </a:extLst>
                </p14:cNvPr>
                <p14:cNvContentPartPr/>
                <p14:nvPr/>
              </p14:nvContentPartPr>
              <p14:xfrm>
                <a:off x="10872513" y="2125185"/>
                <a:ext cx="69840" cy="1360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E841145-C87E-6B25-2D39-1756D11C0D9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866393" y="2119065"/>
                  <a:ext cx="82080" cy="14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9C6161F8-7A87-4D03-6090-E97252137240}"/>
                  </a:ext>
                </a:extLst>
              </p14:cNvPr>
              <p14:cNvContentPartPr/>
              <p14:nvPr/>
            </p14:nvContentPartPr>
            <p14:xfrm>
              <a:off x="10813473" y="2183505"/>
              <a:ext cx="101520" cy="3276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9C6161F8-7A87-4D03-6090-E97252137240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10807353" y="2177385"/>
                <a:ext cx="11376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675D9BF8-666C-2893-17D3-83345C573A29}"/>
                  </a:ext>
                </a:extLst>
              </p14:cNvPr>
              <p14:cNvContentPartPr/>
              <p14:nvPr/>
            </p14:nvContentPartPr>
            <p14:xfrm>
              <a:off x="10902753" y="1946265"/>
              <a:ext cx="25560" cy="3240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675D9BF8-666C-2893-17D3-83345C573A29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10896633" y="1940145"/>
                <a:ext cx="37800" cy="4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5144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Custom 3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00"/>
      </a:hlink>
      <a:folHlink>
        <a:srgbClr val="9F6715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8723</TotalTime>
  <Words>157</Words>
  <Application>Microsoft Office PowerPoint</Application>
  <PresentationFormat>Widescreen</PresentationFormat>
  <Paragraphs>63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Diamond Grid 16x9</vt:lpstr>
      <vt:lpstr>EDES 301  PCB Project</vt:lpstr>
      <vt:lpstr>PowerPoint Presentation</vt:lpstr>
      <vt:lpstr>System Block Diagram</vt:lpstr>
      <vt:lpstr>Mechanical Drawing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Erik Welsh</dc:creator>
  <cp:lastModifiedBy>Hamza Saeed</cp:lastModifiedBy>
  <cp:revision>424</cp:revision>
  <dcterms:created xsi:type="dcterms:W3CDTF">2018-01-09T20:24:50Z</dcterms:created>
  <dcterms:modified xsi:type="dcterms:W3CDTF">2025-12-16T17:38:17Z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